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8288000" cy="10287000"/>
  <p:notesSz cx="6858000" cy="9144000"/>
  <p:embeddedFontLst>
    <p:embeddedFont>
      <p:font typeface="Agrandir"/>
      <p:regular r:id="rId9"/>
    </p:embeddedFont>
    <p:embeddedFont>
      <p:font typeface="Agrandir Bold"/>
      <p:regular r:id="rId10"/>
      <p:bold r:id="rId1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 autoAdjust="0"/>
    <p:restoredTop sz="94588" autoAdjust="0"/>
  </p:normalViewPr>
  <p:slideViewPr>
    <p:cSldViewPr>
      <p:cViewPr varScale="1">
        <p:scale>
          <a:sx n="71" d="100"/>
          <a:sy n="71" d="100"/>
        </p:scale>
        <p:origin x="784" y="1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gif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2.gi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png"/><Relationship Id="rId4" Type="http://schemas.openxmlformats.org/officeDocument/2006/relationships/image" Target="../media/image8.gi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gif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7" Type="http://schemas.openxmlformats.org/officeDocument/2006/relationships/image" Target="../media/image15.gif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gi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gif"/><Relationship Id="rId2" Type="http://schemas.openxmlformats.org/officeDocument/2006/relationships/image" Target="../media/image16.gi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png"/><Relationship Id="rId5" Type="http://schemas.openxmlformats.org/officeDocument/2006/relationships/image" Target="../media/image19.gif"/><Relationship Id="rId4" Type="http://schemas.openxmlformats.org/officeDocument/2006/relationships/image" Target="../media/image18.gi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873986" y="4143057"/>
            <a:ext cx="14540029" cy="18008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605"/>
              </a:lnSpc>
            </a:pPr>
            <a:r>
              <a:rPr lang="en-US" sz="10550">
                <a:solidFill>
                  <a:srgbClr val="2B2B2B"/>
                </a:solidFill>
                <a:latin typeface="Agrandir"/>
                <a:ea typeface="Agrandir"/>
                <a:cs typeface="Agrandir"/>
                <a:sym typeface="Agrandir"/>
              </a:rPr>
              <a:t>Wojska, siły specjalne</a:t>
            </a:r>
          </a:p>
        </p:txBody>
      </p:sp>
      <p:pic>
        <p:nvPicPr>
          <p:cNvPr id="3" name="Picture 3"/>
          <p:cNvPicPr>
            <a:picLocks noChangeAspect="1"/>
          </p:cNvPicPr>
          <p:nvPr/>
        </p:nvPicPr>
        <p:blipFill>
          <a:blip r:embed="rId2">
            <a:alphaModFix amt="50000"/>
          </a:blip>
          <a:srcRect/>
          <a:stretch>
            <a:fillRect/>
          </a:stretch>
        </p:blipFill>
        <p:spPr>
          <a:xfrm>
            <a:off x="0" y="0"/>
            <a:ext cx="9743013" cy="1709948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3">
            <a:alphaModFix amt="25000"/>
          </a:blip>
          <a:srcRect/>
          <a:stretch>
            <a:fillRect/>
          </a:stretch>
        </p:blipFill>
        <p:spPr>
          <a:xfrm rot="-7199120">
            <a:off x="-1868288" y="2744669"/>
            <a:ext cx="5793977" cy="5895448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4">
            <a:alphaModFix amt="25000"/>
          </a:blip>
          <a:srcRect/>
          <a:stretch>
            <a:fillRect/>
          </a:stretch>
        </p:blipFill>
        <p:spPr>
          <a:xfrm rot="3203220">
            <a:off x="11761334" y="-287014"/>
            <a:ext cx="11814494" cy="12461864"/>
          </a:xfrm>
          <a:prstGeom prst="rect">
            <a:avLst/>
          </a:prstGeom>
        </p:spPr>
      </p:pic>
      <p:sp>
        <p:nvSpPr>
          <p:cNvPr id="6" name="Freeform 6"/>
          <p:cNvSpPr/>
          <p:nvPr/>
        </p:nvSpPr>
        <p:spPr>
          <a:xfrm>
            <a:off x="15152406" y="6722799"/>
            <a:ext cx="2962530" cy="3947760"/>
          </a:xfrm>
          <a:custGeom>
            <a:avLst/>
            <a:gdLst/>
            <a:ahLst/>
            <a:cxnLst/>
            <a:rect l="l" t="t" r="r" b="b"/>
            <a:pathLst>
              <a:path w="2962530" h="3947760">
                <a:moveTo>
                  <a:pt x="0" y="0"/>
                </a:moveTo>
                <a:lnTo>
                  <a:pt x="2962531" y="0"/>
                </a:lnTo>
                <a:lnTo>
                  <a:pt x="2962531" y="3947760"/>
                </a:lnTo>
                <a:lnTo>
                  <a:pt x="0" y="394776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4547405" y="3557327"/>
            <a:ext cx="9626327" cy="5193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 err="1">
                <a:solidFill>
                  <a:srgbClr val="2B2B2B"/>
                </a:solidFill>
                <a:latin typeface="Agrandir"/>
                <a:ea typeface="Agrandir"/>
                <a:cs typeface="Agrandir"/>
                <a:sym typeface="Agrandir"/>
              </a:rPr>
              <a:t>zapraszamy</a:t>
            </a:r>
            <a:r>
              <a:rPr lang="en-US" sz="2999" dirty="0">
                <a:solidFill>
                  <a:srgbClr val="2B2B2B"/>
                </a:solidFill>
                <a:latin typeface="Agrandir"/>
                <a:ea typeface="Agrandir"/>
                <a:cs typeface="Agrandir"/>
                <a:sym typeface="Agrandir"/>
              </a:rPr>
              <a:t> do </a:t>
            </a:r>
            <a:r>
              <a:rPr lang="en-US" sz="2999" dirty="0" err="1">
                <a:solidFill>
                  <a:srgbClr val="2B2B2B"/>
                </a:solidFill>
                <a:latin typeface="Agrandir"/>
                <a:ea typeface="Agrandir"/>
                <a:cs typeface="Agrandir"/>
                <a:sym typeface="Agrandir"/>
              </a:rPr>
              <a:t>obejrzenia</a:t>
            </a:r>
            <a:r>
              <a:rPr lang="en-US" sz="2999" dirty="0">
                <a:solidFill>
                  <a:srgbClr val="2B2B2B"/>
                </a:solidFill>
                <a:latin typeface="Agrandir"/>
                <a:ea typeface="Agrandir"/>
                <a:cs typeface="Agrandir"/>
                <a:sym typeface="Agrandir"/>
              </a:rPr>
              <a:t> </a:t>
            </a:r>
            <a:r>
              <a:rPr lang="en-US" sz="2999" dirty="0" err="1">
                <a:solidFill>
                  <a:srgbClr val="2B2B2B"/>
                </a:solidFill>
                <a:latin typeface="Agrandir"/>
                <a:ea typeface="Agrandir"/>
                <a:cs typeface="Agrandir"/>
                <a:sym typeface="Agrandir"/>
              </a:rPr>
              <a:t>prezentacji</a:t>
            </a:r>
            <a:r>
              <a:rPr lang="en-US" sz="2999" dirty="0">
                <a:solidFill>
                  <a:srgbClr val="2B2B2B"/>
                </a:solidFill>
                <a:latin typeface="Agrandir"/>
                <a:ea typeface="Agrandir"/>
                <a:cs typeface="Agrandir"/>
                <a:sym typeface="Agrandir"/>
              </a:rPr>
              <a:t> pod </a:t>
            </a:r>
            <a:r>
              <a:rPr lang="en-US" sz="2999" dirty="0" err="1">
                <a:solidFill>
                  <a:srgbClr val="2B2B2B"/>
                </a:solidFill>
                <a:latin typeface="Agrandir"/>
                <a:ea typeface="Agrandir"/>
                <a:cs typeface="Agrandir"/>
                <a:sym typeface="Agrandir"/>
              </a:rPr>
              <a:t>tytułem</a:t>
            </a:r>
            <a:r>
              <a:rPr lang="en-US" sz="2999" dirty="0">
                <a:solidFill>
                  <a:srgbClr val="2B2B2B"/>
                </a:solidFill>
                <a:latin typeface="Agrandir"/>
                <a:ea typeface="Agrandir"/>
                <a:cs typeface="Agrandir"/>
                <a:sym typeface="Agrandir"/>
              </a:rPr>
              <a:t>: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BE3D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143000" y="3252509"/>
            <a:ext cx="6907145" cy="868440"/>
            <a:chOff x="0" y="0"/>
            <a:chExt cx="9209527" cy="11579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124235" cy="1157920"/>
            </a:xfrm>
            <a:custGeom>
              <a:avLst/>
              <a:gdLst/>
              <a:ahLst/>
              <a:cxnLst/>
              <a:rect l="l" t="t" r="r" b="b"/>
              <a:pathLst>
                <a:path w="1124235" h="1157920">
                  <a:moveTo>
                    <a:pt x="0" y="0"/>
                  </a:moveTo>
                  <a:lnTo>
                    <a:pt x="1124235" y="0"/>
                  </a:lnTo>
                  <a:lnTo>
                    <a:pt x="1124235" y="1157920"/>
                  </a:lnTo>
                  <a:lnTo>
                    <a:pt x="0" y="11579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4" name="TextBox 4"/>
            <p:cNvSpPr txBox="1"/>
            <p:nvPr/>
          </p:nvSpPr>
          <p:spPr>
            <a:xfrm>
              <a:off x="1634311" y="147159"/>
              <a:ext cx="7575216" cy="73025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4199"/>
                </a:lnSpc>
              </a:pPr>
              <a:r>
                <a:rPr lang="en-US" sz="2999">
                  <a:solidFill>
                    <a:srgbClr val="2B2B2B"/>
                  </a:solidFill>
                  <a:latin typeface="Agrandir"/>
                  <a:ea typeface="Agrandir"/>
                  <a:cs typeface="Agrandir"/>
                  <a:sym typeface="Agrandir"/>
                </a:rPr>
                <a:t>Wojsko to siły zbrojne państwa,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351305" y="370892"/>
              <a:ext cx="421625" cy="34946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60"/>
                </a:lnSpc>
              </a:pPr>
              <a:r>
                <a:rPr lang="en-US" sz="1400" b="1">
                  <a:solidFill>
                    <a:srgbClr val="2B2B2B"/>
                  </a:solidFill>
                  <a:latin typeface="Agrandir Bold"/>
                  <a:ea typeface="Agrandir Bold"/>
                  <a:cs typeface="Agrandir Bold"/>
                  <a:sym typeface="Agrandir Bold"/>
                </a:rPr>
                <a:t>1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143000" y="4541190"/>
            <a:ext cx="6907145" cy="868440"/>
            <a:chOff x="0" y="0"/>
            <a:chExt cx="9209527" cy="1157920"/>
          </a:xfrm>
        </p:grpSpPr>
        <p:sp>
          <p:nvSpPr>
            <p:cNvPr id="7" name="TextBox 7"/>
            <p:cNvSpPr txBox="1"/>
            <p:nvPr/>
          </p:nvSpPr>
          <p:spPr>
            <a:xfrm>
              <a:off x="1634311" y="147159"/>
              <a:ext cx="7575216" cy="73025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4199"/>
                </a:lnSpc>
              </a:pPr>
              <a:r>
                <a:rPr lang="en-US" sz="2999">
                  <a:solidFill>
                    <a:srgbClr val="2B2B2B"/>
                  </a:solidFill>
                  <a:latin typeface="Agrandir"/>
                  <a:ea typeface="Agrandir"/>
                  <a:cs typeface="Agrandir"/>
                  <a:sym typeface="Agrandir"/>
                </a:rPr>
                <a:t>o</a:t>
              </a:r>
              <a:r>
                <a:rPr lang="en-US" sz="2999" u="none">
                  <a:solidFill>
                    <a:srgbClr val="2B2B2B"/>
                  </a:solidFill>
                  <a:latin typeface="Agrandir"/>
                  <a:ea typeface="Agrandir"/>
                  <a:cs typeface="Agrandir"/>
                  <a:sym typeface="Agrandir"/>
                </a:rPr>
                <a:t>brona kraju</a:t>
              </a:r>
              <a:r>
                <a:rPr lang="en-US" sz="2999">
                  <a:solidFill>
                    <a:srgbClr val="2B2B2B"/>
                  </a:solidFill>
                  <a:latin typeface="Agrandir"/>
                  <a:ea typeface="Agrandir"/>
                  <a:cs typeface="Agrandir"/>
                  <a:sym typeface="Agrandir"/>
                </a:rPr>
                <a:t>,</a:t>
              </a:r>
            </a:p>
          </p:txBody>
        </p:sp>
        <p:sp>
          <p:nvSpPr>
            <p:cNvPr id="8" name="Freeform 8"/>
            <p:cNvSpPr/>
            <p:nvPr/>
          </p:nvSpPr>
          <p:spPr>
            <a:xfrm>
              <a:off x="0" y="0"/>
              <a:ext cx="1124235" cy="1157920"/>
            </a:xfrm>
            <a:custGeom>
              <a:avLst/>
              <a:gdLst/>
              <a:ahLst/>
              <a:cxnLst/>
              <a:rect l="l" t="t" r="r" b="b"/>
              <a:pathLst>
                <a:path w="1124235" h="1157920">
                  <a:moveTo>
                    <a:pt x="0" y="0"/>
                  </a:moveTo>
                  <a:lnTo>
                    <a:pt x="1124235" y="0"/>
                  </a:lnTo>
                  <a:lnTo>
                    <a:pt x="1124235" y="1157920"/>
                  </a:lnTo>
                  <a:lnTo>
                    <a:pt x="0" y="11579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9" name="TextBox 9"/>
            <p:cNvSpPr txBox="1"/>
            <p:nvPr/>
          </p:nvSpPr>
          <p:spPr>
            <a:xfrm>
              <a:off x="351305" y="370892"/>
              <a:ext cx="421625" cy="34946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60"/>
                </a:lnSpc>
              </a:pPr>
              <a:r>
                <a:rPr lang="en-US" sz="1400" b="1">
                  <a:solidFill>
                    <a:srgbClr val="2B2B2B"/>
                  </a:solidFill>
                  <a:latin typeface="Agrandir Bold"/>
                  <a:ea typeface="Agrandir Bold"/>
                  <a:cs typeface="Agrandir Bold"/>
                  <a:sym typeface="Agrandir Bold"/>
                </a:rPr>
                <a:t>2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143000" y="5829870"/>
            <a:ext cx="6907145" cy="868440"/>
            <a:chOff x="0" y="0"/>
            <a:chExt cx="9209527" cy="1157920"/>
          </a:xfrm>
        </p:grpSpPr>
        <p:sp>
          <p:nvSpPr>
            <p:cNvPr id="11" name="TextBox 11"/>
            <p:cNvSpPr txBox="1"/>
            <p:nvPr/>
          </p:nvSpPr>
          <p:spPr>
            <a:xfrm>
              <a:off x="1634311" y="147159"/>
              <a:ext cx="7575216" cy="73025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4199"/>
                </a:lnSpc>
              </a:pPr>
              <a:r>
                <a:rPr lang="en-US" sz="2999">
                  <a:solidFill>
                    <a:srgbClr val="2B2B2B"/>
                  </a:solidFill>
                  <a:latin typeface="Agrandir"/>
                  <a:ea typeface="Agrandir"/>
                  <a:cs typeface="Agrandir"/>
                  <a:sym typeface="Agrandir"/>
                </a:rPr>
                <a:t>o</a:t>
              </a:r>
              <a:r>
                <a:rPr lang="en-US" sz="2999" u="none">
                  <a:solidFill>
                    <a:srgbClr val="2B2B2B"/>
                  </a:solidFill>
                  <a:latin typeface="Agrandir"/>
                  <a:ea typeface="Agrandir"/>
                  <a:cs typeface="Agrandir"/>
                  <a:sym typeface="Agrandir"/>
                </a:rPr>
                <a:t>chrona granic</a:t>
              </a:r>
              <a:r>
                <a:rPr lang="en-US" sz="2999">
                  <a:solidFill>
                    <a:srgbClr val="2B2B2B"/>
                  </a:solidFill>
                  <a:latin typeface="Agrandir"/>
                  <a:ea typeface="Agrandir"/>
                  <a:cs typeface="Agrandir"/>
                  <a:sym typeface="Agrandir"/>
                </a:rPr>
                <a:t>,</a:t>
              </a:r>
            </a:p>
          </p:txBody>
        </p:sp>
        <p:sp>
          <p:nvSpPr>
            <p:cNvPr id="12" name="Freeform 12"/>
            <p:cNvSpPr/>
            <p:nvPr/>
          </p:nvSpPr>
          <p:spPr>
            <a:xfrm>
              <a:off x="0" y="0"/>
              <a:ext cx="1124235" cy="1157920"/>
            </a:xfrm>
            <a:custGeom>
              <a:avLst/>
              <a:gdLst/>
              <a:ahLst/>
              <a:cxnLst/>
              <a:rect l="l" t="t" r="r" b="b"/>
              <a:pathLst>
                <a:path w="1124235" h="1157920">
                  <a:moveTo>
                    <a:pt x="0" y="0"/>
                  </a:moveTo>
                  <a:lnTo>
                    <a:pt x="1124235" y="0"/>
                  </a:lnTo>
                  <a:lnTo>
                    <a:pt x="1124235" y="1157920"/>
                  </a:lnTo>
                  <a:lnTo>
                    <a:pt x="0" y="11579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13" name="TextBox 13"/>
            <p:cNvSpPr txBox="1"/>
            <p:nvPr/>
          </p:nvSpPr>
          <p:spPr>
            <a:xfrm>
              <a:off x="351305" y="370892"/>
              <a:ext cx="421625" cy="34946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60"/>
                </a:lnSpc>
              </a:pPr>
              <a:r>
                <a:rPr lang="en-US" sz="1400" b="1">
                  <a:solidFill>
                    <a:srgbClr val="2B2B2B"/>
                  </a:solidFill>
                  <a:latin typeface="Agrandir Bold"/>
                  <a:ea typeface="Agrandir Bold"/>
                  <a:cs typeface="Agrandir Bold"/>
                  <a:sym typeface="Agrandir Bold"/>
                </a:rPr>
                <a:t>3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143000" y="7118551"/>
            <a:ext cx="6907145" cy="868440"/>
            <a:chOff x="0" y="0"/>
            <a:chExt cx="9209527" cy="1157920"/>
          </a:xfrm>
        </p:grpSpPr>
        <p:sp>
          <p:nvSpPr>
            <p:cNvPr id="15" name="TextBox 15"/>
            <p:cNvSpPr txBox="1"/>
            <p:nvPr/>
          </p:nvSpPr>
          <p:spPr>
            <a:xfrm>
              <a:off x="1634311" y="147159"/>
              <a:ext cx="7575216" cy="73025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4199"/>
                </a:lnSpc>
              </a:pPr>
              <a:r>
                <a:rPr lang="en-US" sz="2999">
                  <a:solidFill>
                    <a:srgbClr val="2B2B2B"/>
                  </a:solidFill>
                  <a:latin typeface="Agrandir"/>
                  <a:ea typeface="Agrandir"/>
                  <a:cs typeface="Agrandir"/>
                  <a:sym typeface="Agrandir"/>
                </a:rPr>
                <a:t>p</a:t>
              </a:r>
              <a:r>
                <a:rPr lang="en-US" sz="2999" u="none">
                  <a:solidFill>
                    <a:srgbClr val="2B2B2B"/>
                  </a:solidFill>
                  <a:latin typeface="Agrandir"/>
                  <a:ea typeface="Agrandir"/>
                  <a:cs typeface="Agrandir"/>
                  <a:sym typeface="Agrandir"/>
                </a:rPr>
                <a:t>omoc w kryzysach</a:t>
              </a:r>
              <a:r>
                <a:rPr lang="en-US" sz="2999">
                  <a:solidFill>
                    <a:srgbClr val="2B2B2B"/>
                  </a:solidFill>
                  <a:latin typeface="Agrandir"/>
                  <a:ea typeface="Agrandir"/>
                  <a:cs typeface="Agrandir"/>
                  <a:sym typeface="Agrandir"/>
                </a:rPr>
                <a:t>.</a:t>
              </a:r>
            </a:p>
          </p:txBody>
        </p:sp>
        <p:sp>
          <p:nvSpPr>
            <p:cNvPr id="16" name="Freeform 16"/>
            <p:cNvSpPr/>
            <p:nvPr/>
          </p:nvSpPr>
          <p:spPr>
            <a:xfrm>
              <a:off x="0" y="0"/>
              <a:ext cx="1124235" cy="1157920"/>
            </a:xfrm>
            <a:custGeom>
              <a:avLst/>
              <a:gdLst/>
              <a:ahLst/>
              <a:cxnLst/>
              <a:rect l="l" t="t" r="r" b="b"/>
              <a:pathLst>
                <a:path w="1124235" h="1157920">
                  <a:moveTo>
                    <a:pt x="0" y="0"/>
                  </a:moveTo>
                  <a:lnTo>
                    <a:pt x="1124235" y="0"/>
                  </a:lnTo>
                  <a:lnTo>
                    <a:pt x="1124235" y="1157920"/>
                  </a:lnTo>
                  <a:lnTo>
                    <a:pt x="0" y="11579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17" name="TextBox 17"/>
            <p:cNvSpPr txBox="1"/>
            <p:nvPr/>
          </p:nvSpPr>
          <p:spPr>
            <a:xfrm>
              <a:off x="351305" y="370892"/>
              <a:ext cx="421625" cy="34946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60"/>
                </a:lnSpc>
              </a:pPr>
              <a:r>
                <a:rPr lang="en-US" sz="1400" b="1">
                  <a:solidFill>
                    <a:srgbClr val="2B2B2B"/>
                  </a:solidFill>
                  <a:latin typeface="Agrandir Bold"/>
                  <a:ea typeface="Agrandir Bold"/>
                  <a:cs typeface="Agrandir Bold"/>
                  <a:sym typeface="Agrandir Bold"/>
                </a:rPr>
                <a:t>4</a:t>
              </a:r>
            </a:p>
          </p:txBody>
        </p:sp>
      </p:grpSp>
      <p:pic>
        <p:nvPicPr>
          <p:cNvPr id="18" name="Picture 18"/>
          <p:cNvPicPr>
            <a:picLocks noChangeAspect="1"/>
          </p:cNvPicPr>
          <p:nvPr/>
        </p:nvPicPr>
        <p:blipFill>
          <a:blip r:embed="rId4">
            <a:alphaModFix amt="25000"/>
          </a:blip>
          <a:srcRect/>
          <a:stretch>
            <a:fillRect/>
          </a:stretch>
        </p:blipFill>
        <p:spPr>
          <a:xfrm rot="-557617">
            <a:off x="13938335" y="-2349833"/>
            <a:ext cx="5793977" cy="5895448"/>
          </a:xfrm>
          <a:prstGeom prst="rect">
            <a:avLst/>
          </a:prstGeom>
        </p:spPr>
      </p:pic>
      <p:sp>
        <p:nvSpPr>
          <p:cNvPr id="19" name="Freeform 19"/>
          <p:cNvSpPr/>
          <p:nvPr/>
        </p:nvSpPr>
        <p:spPr>
          <a:xfrm>
            <a:off x="7032111" y="2901342"/>
            <a:ext cx="9535437" cy="6356958"/>
          </a:xfrm>
          <a:custGeom>
            <a:avLst/>
            <a:gdLst/>
            <a:ahLst/>
            <a:cxnLst/>
            <a:rect l="l" t="t" r="r" b="b"/>
            <a:pathLst>
              <a:path w="9535437" h="6356958">
                <a:moveTo>
                  <a:pt x="0" y="0"/>
                </a:moveTo>
                <a:lnTo>
                  <a:pt x="9535438" y="0"/>
                </a:lnTo>
                <a:lnTo>
                  <a:pt x="9535438" y="6356958"/>
                </a:lnTo>
                <a:lnTo>
                  <a:pt x="0" y="635695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20" name="TextBox 20"/>
          <p:cNvSpPr txBox="1"/>
          <p:nvPr/>
        </p:nvSpPr>
        <p:spPr>
          <a:xfrm>
            <a:off x="1028700" y="1366838"/>
            <a:ext cx="7695357" cy="1247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8399"/>
              </a:lnSpc>
              <a:spcBef>
                <a:spcPct val="0"/>
              </a:spcBef>
            </a:pPr>
            <a:r>
              <a:rPr lang="en-US" sz="6999">
                <a:solidFill>
                  <a:srgbClr val="2B2B2B"/>
                </a:solidFill>
                <a:latin typeface="Agrandir"/>
                <a:ea typeface="Agrandir"/>
                <a:cs typeface="Agrandir"/>
                <a:sym typeface="Agrandir"/>
              </a:rPr>
              <a:t>Czym jest wojsko?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2C3D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143000" y="3252509"/>
            <a:ext cx="6907145" cy="868440"/>
            <a:chOff x="0" y="0"/>
            <a:chExt cx="9209527" cy="11579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124235" cy="1157920"/>
            </a:xfrm>
            <a:custGeom>
              <a:avLst/>
              <a:gdLst/>
              <a:ahLst/>
              <a:cxnLst/>
              <a:rect l="l" t="t" r="r" b="b"/>
              <a:pathLst>
                <a:path w="1124235" h="1157920">
                  <a:moveTo>
                    <a:pt x="0" y="0"/>
                  </a:moveTo>
                  <a:lnTo>
                    <a:pt x="1124235" y="0"/>
                  </a:lnTo>
                  <a:lnTo>
                    <a:pt x="1124235" y="1157920"/>
                  </a:lnTo>
                  <a:lnTo>
                    <a:pt x="0" y="11579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4" name="TextBox 4"/>
            <p:cNvSpPr txBox="1"/>
            <p:nvPr/>
          </p:nvSpPr>
          <p:spPr>
            <a:xfrm>
              <a:off x="1634311" y="147159"/>
              <a:ext cx="7575216" cy="73025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4199"/>
                </a:lnSpc>
              </a:pPr>
              <a:r>
                <a:rPr lang="en-US" sz="2999">
                  <a:solidFill>
                    <a:srgbClr val="2B2B2B"/>
                  </a:solidFill>
                  <a:latin typeface="Agrandir"/>
                  <a:ea typeface="Agrandir"/>
                  <a:cs typeface="Agrandir"/>
                  <a:sym typeface="Agrandir"/>
                </a:rPr>
                <a:t>Wojska Lądowe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351305" y="370892"/>
              <a:ext cx="421625" cy="34946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60"/>
                </a:lnSpc>
              </a:pPr>
              <a:r>
                <a:rPr lang="en-US" sz="1400" b="1">
                  <a:solidFill>
                    <a:srgbClr val="2B2B2B"/>
                  </a:solidFill>
                  <a:latin typeface="Agrandir Bold"/>
                  <a:ea typeface="Agrandir Bold"/>
                  <a:cs typeface="Agrandir Bold"/>
                  <a:sym typeface="Agrandir Bold"/>
                </a:rPr>
                <a:t>1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143000" y="4541190"/>
            <a:ext cx="6907145" cy="868440"/>
            <a:chOff x="0" y="0"/>
            <a:chExt cx="9209527" cy="1157920"/>
          </a:xfrm>
        </p:grpSpPr>
        <p:sp>
          <p:nvSpPr>
            <p:cNvPr id="7" name="TextBox 7"/>
            <p:cNvSpPr txBox="1"/>
            <p:nvPr/>
          </p:nvSpPr>
          <p:spPr>
            <a:xfrm>
              <a:off x="1634311" y="147159"/>
              <a:ext cx="7575216" cy="73025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4199"/>
                </a:lnSpc>
              </a:pPr>
              <a:r>
                <a:rPr lang="en-US" sz="2999">
                  <a:solidFill>
                    <a:srgbClr val="2B2B2B"/>
                  </a:solidFill>
                  <a:latin typeface="Agrandir"/>
                  <a:ea typeface="Agrandir"/>
                  <a:cs typeface="Agrandir"/>
                  <a:sym typeface="Agrandir"/>
                </a:rPr>
                <a:t>Siły Powietrzne</a:t>
              </a:r>
            </a:p>
          </p:txBody>
        </p:sp>
        <p:sp>
          <p:nvSpPr>
            <p:cNvPr id="8" name="Freeform 8"/>
            <p:cNvSpPr/>
            <p:nvPr/>
          </p:nvSpPr>
          <p:spPr>
            <a:xfrm>
              <a:off x="0" y="0"/>
              <a:ext cx="1124235" cy="1157920"/>
            </a:xfrm>
            <a:custGeom>
              <a:avLst/>
              <a:gdLst/>
              <a:ahLst/>
              <a:cxnLst/>
              <a:rect l="l" t="t" r="r" b="b"/>
              <a:pathLst>
                <a:path w="1124235" h="1157920">
                  <a:moveTo>
                    <a:pt x="0" y="0"/>
                  </a:moveTo>
                  <a:lnTo>
                    <a:pt x="1124235" y="0"/>
                  </a:lnTo>
                  <a:lnTo>
                    <a:pt x="1124235" y="1157920"/>
                  </a:lnTo>
                  <a:lnTo>
                    <a:pt x="0" y="11579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9" name="TextBox 9"/>
            <p:cNvSpPr txBox="1"/>
            <p:nvPr/>
          </p:nvSpPr>
          <p:spPr>
            <a:xfrm>
              <a:off x="351305" y="370892"/>
              <a:ext cx="421625" cy="34946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60"/>
                </a:lnSpc>
              </a:pPr>
              <a:r>
                <a:rPr lang="en-US" sz="1400" b="1">
                  <a:solidFill>
                    <a:srgbClr val="2B2B2B"/>
                  </a:solidFill>
                  <a:latin typeface="Agrandir Bold"/>
                  <a:ea typeface="Agrandir Bold"/>
                  <a:cs typeface="Agrandir Bold"/>
                  <a:sym typeface="Agrandir Bold"/>
                </a:rPr>
                <a:t>2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143000" y="5829870"/>
            <a:ext cx="6907145" cy="868440"/>
            <a:chOff x="0" y="0"/>
            <a:chExt cx="9209527" cy="1157920"/>
          </a:xfrm>
        </p:grpSpPr>
        <p:sp>
          <p:nvSpPr>
            <p:cNvPr id="11" name="TextBox 11"/>
            <p:cNvSpPr txBox="1"/>
            <p:nvPr/>
          </p:nvSpPr>
          <p:spPr>
            <a:xfrm>
              <a:off x="1634311" y="147159"/>
              <a:ext cx="7575216" cy="73025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4199"/>
                </a:lnSpc>
              </a:pPr>
              <a:r>
                <a:rPr lang="en-US" sz="2999">
                  <a:solidFill>
                    <a:srgbClr val="2B2B2B"/>
                  </a:solidFill>
                  <a:latin typeface="Agrandir"/>
                  <a:ea typeface="Agrandir"/>
                  <a:cs typeface="Agrandir"/>
                  <a:sym typeface="Agrandir"/>
                </a:rPr>
                <a:t>Marynarka Wojenna</a:t>
              </a:r>
            </a:p>
          </p:txBody>
        </p:sp>
        <p:sp>
          <p:nvSpPr>
            <p:cNvPr id="12" name="Freeform 12"/>
            <p:cNvSpPr/>
            <p:nvPr/>
          </p:nvSpPr>
          <p:spPr>
            <a:xfrm>
              <a:off x="0" y="0"/>
              <a:ext cx="1124235" cy="1157920"/>
            </a:xfrm>
            <a:custGeom>
              <a:avLst/>
              <a:gdLst/>
              <a:ahLst/>
              <a:cxnLst/>
              <a:rect l="l" t="t" r="r" b="b"/>
              <a:pathLst>
                <a:path w="1124235" h="1157920">
                  <a:moveTo>
                    <a:pt x="0" y="0"/>
                  </a:moveTo>
                  <a:lnTo>
                    <a:pt x="1124235" y="0"/>
                  </a:lnTo>
                  <a:lnTo>
                    <a:pt x="1124235" y="1157920"/>
                  </a:lnTo>
                  <a:lnTo>
                    <a:pt x="0" y="11579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13" name="TextBox 13"/>
            <p:cNvSpPr txBox="1"/>
            <p:nvPr/>
          </p:nvSpPr>
          <p:spPr>
            <a:xfrm>
              <a:off x="351305" y="370892"/>
              <a:ext cx="421625" cy="34946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60"/>
                </a:lnSpc>
              </a:pPr>
              <a:r>
                <a:rPr lang="en-US" sz="1400" b="1">
                  <a:solidFill>
                    <a:srgbClr val="2B2B2B"/>
                  </a:solidFill>
                  <a:latin typeface="Agrandir Bold"/>
                  <a:ea typeface="Agrandir Bold"/>
                  <a:cs typeface="Agrandir Bold"/>
                  <a:sym typeface="Agrandir Bold"/>
                </a:rPr>
                <a:t>3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143000" y="7118551"/>
            <a:ext cx="6907145" cy="868440"/>
            <a:chOff x="0" y="0"/>
            <a:chExt cx="9209527" cy="1157920"/>
          </a:xfrm>
        </p:grpSpPr>
        <p:sp>
          <p:nvSpPr>
            <p:cNvPr id="15" name="TextBox 15"/>
            <p:cNvSpPr txBox="1"/>
            <p:nvPr/>
          </p:nvSpPr>
          <p:spPr>
            <a:xfrm>
              <a:off x="1634311" y="147159"/>
              <a:ext cx="7575216" cy="73025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4199"/>
                </a:lnSpc>
              </a:pPr>
              <a:r>
                <a:rPr lang="en-US" sz="2999">
                  <a:solidFill>
                    <a:srgbClr val="2B2B2B"/>
                  </a:solidFill>
                  <a:latin typeface="Agrandir"/>
                  <a:ea typeface="Agrandir"/>
                  <a:cs typeface="Agrandir"/>
                  <a:sym typeface="Agrandir"/>
                </a:rPr>
                <a:t>Wojska Obrony Terytorialnej</a:t>
              </a:r>
            </a:p>
          </p:txBody>
        </p:sp>
        <p:sp>
          <p:nvSpPr>
            <p:cNvPr id="16" name="Freeform 16"/>
            <p:cNvSpPr/>
            <p:nvPr/>
          </p:nvSpPr>
          <p:spPr>
            <a:xfrm>
              <a:off x="0" y="0"/>
              <a:ext cx="1124235" cy="1157920"/>
            </a:xfrm>
            <a:custGeom>
              <a:avLst/>
              <a:gdLst/>
              <a:ahLst/>
              <a:cxnLst/>
              <a:rect l="l" t="t" r="r" b="b"/>
              <a:pathLst>
                <a:path w="1124235" h="1157920">
                  <a:moveTo>
                    <a:pt x="0" y="0"/>
                  </a:moveTo>
                  <a:lnTo>
                    <a:pt x="1124235" y="0"/>
                  </a:lnTo>
                  <a:lnTo>
                    <a:pt x="1124235" y="1157920"/>
                  </a:lnTo>
                  <a:lnTo>
                    <a:pt x="0" y="11579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17" name="TextBox 17"/>
            <p:cNvSpPr txBox="1"/>
            <p:nvPr/>
          </p:nvSpPr>
          <p:spPr>
            <a:xfrm>
              <a:off x="351305" y="370892"/>
              <a:ext cx="421625" cy="34946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60"/>
                </a:lnSpc>
              </a:pPr>
              <a:r>
                <a:rPr lang="en-US" sz="1400" b="1">
                  <a:solidFill>
                    <a:srgbClr val="2B2B2B"/>
                  </a:solidFill>
                  <a:latin typeface="Agrandir Bold"/>
                  <a:ea typeface="Agrandir Bold"/>
                  <a:cs typeface="Agrandir Bold"/>
                  <a:sym typeface="Agrandir Bold"/>
                </a:rPr>
                <a:t>4</a:t>
              </a:r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1028700" y="1366838"/>
            <a:ext cx="8855714" cy="1247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8399"/>
              </a:lnSpc>
              <a:spcBef>
                <a:spcPct val="0"/>
              </a:spcBef>
            </a:pPr>
            <a:r>
              <a:rPr lang="en-US" sz="6999">
                <a:solidFill>
                  <a:srgbClr val="2B2B2B"/>
                </a:solidFill>
                <a:latin typeface="Agrandir"/>
                <a:ea typeface="Agrandir"/>
                <a:cs typeface="Agrandir"/>
                <a:sym typeface="Agrandir"/>
              </a:rPr>
              <a:t>Rodzaje sił zbrojnych</a:t>
            </a: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4">
            <a:alphaModFix amt="25000"/>
          </a:blip>
          <a:srcRect/>
          <a:stretch>
            <a:fillRect/>
          </a:stretch>
        </p:blipFill>
        <p:spPr>
          <a:xfrm rot="-5400000">
            <a:off x="1348112" y="5825992"/>
            <a:ext cx="11241672" cy="15563669"/>
          </a:xfrm>
          <a:prstGeom prst="rect">
            <a:avLst/>
          </a:prstGeom>
        </p:spPr>
      </p:pic>
      <p:sp>
        <p:nvSpPr>
          <p:cNvPr id="20" name="Freeform 20"/>
          <p:cNvSpPr/>
          <p:nvPr/>
        </p:nvSpPr>
        <p:spPr>
          <a:xfrm>
            <a:off x="9609147" y="2411136"/>
            <a:ext cx="10283270" cy="10283270"/>
          </a:xfrm>
          <a:custGeom>
            <a:avLst/>
            <a:gdLst/>
            <a:ahLst/>
            <a:cxnLst/>
            <a:rect l="l" t="t" r="r" b="b"/>
            <a:pathLst>
              <a:path w="10283270" h="10283270">
                <a:moveTo>
                  <a:pt x="0" y="0"/>
                </a:moveTo>
                <a:lnTo>
                  <a:pt x="10283271" y="0"/>
                </a:lnTo>
                <a:lnTo>
                  <a:pt x="10283271" y="10283270"/>
                </a:lnTo>
                <a:lnTo>
                  <a:pt x="0" y="1028327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1AEA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143000" y="3252509"/>
            <a:ext cx="6907145" cy="868440"/>
            <a:chOff x="0" y="0"/>
            <a:chExt cx="9209527" cy="11579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124235" cy="1157920"/>
            </a:xfrm>
            <a:custGeom>
              <a:avLst/>
              <a:gdLst/>
              <a:ahLst/>
              <a:cxnLst/>
              <a:rect l="l" t="t" r="r" b="b"/>
              <a:pathLst>
                <a:path w="1124235" h="1157920">
                  <a:moveTo>
                    <a:pt x="0" y="0"/>
                  </a:moveTo>
                  <a:lnTo>
                    <a:pt x="1124235" y="0"/>
                  </a:lnTo>
                  <a:lnTo>
                    <a:pt x="1124235" y="1157920"/>
                  </a:lnTo>
                  <a:lnTo>
                    <a:pt x="0" y="11579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4" name="TextBox 4"/>
            <p:cNvSpPr txBox="1"/>
            <p:nvPr/>
          </p:nvSpPr>
          <p:spPr>
            <a:xfrm>
              <a:off x="1634311" y="147159"/>
              <a:ext cx="7575216" cy="73025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4199"/>
                </a:lnSpc>
              </a:pPr>
              <a:r>
                <a:rPr lang="en-US" sz="2999">
                  <a:solidFill>
                    <a:srgbClr val="2B2B2B"/>
                  </a:solidFill>
                  <a:latin typeface="Agrandir"/>
                  <a:ea typeface="Agrandir"/>
                  <a:cs typeface="Agrandir"/>
                  <a:sym typeface="Agrandir"/>
                </a:rPr>
                <a:t>Zwalczanie terroryzmu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351305" y="370892"/>
              <a:ext cx="421625" cy="34946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60"/>
                </a:lnSpc>
              </a:pPr>
              <a:r>
                <a:rPr lang="en-US" sz="1400" b="1">
                  <a:solidFill>
                    <a:srgbClr val="2B2B2B"/>
                  </a:solidFill>
                  <a:latin typeface="Agrandir Bold"/>
                  <a:ea typeface="Agrandir Bold"/>
                  <a:cs typeface="Agrandir Bold"/>
                  <a:sym typeface="Agrandir Bold"/>
                </a:rPr>
                <a:t>1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143000" y="4541190"/>
            <a:ext cx="6907145" cy="868440"/>
            <a:chOff x="0" y="0"/>
            <a:chExt cx="9209527" cy="1157920"/>
          </a:xfrm>
        </p:grpSpPr>
        <p:sp>
          <p:nvSpPr>
            <p:cNvPr id="7" name="TextBox 7"/>
            <p:cNvSpPr txBox="1"/>
            <p:nvPr/>
          </p:nvSpPr>
          <p:spPr>
            <a:xfrm>
              <a:off x="1634311" y="147159"/>
              <a:ext cx="7575216" cy="73025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4199"/>
                </a:lnSpc>
              </a:pPr>
              <a:r>
                <a:rPr lang="en-US" sz="2999">
                  <a:solidFill>
                    <a:srgbClr val="2B2B2B"/>
                  </a:solidFill>
                  <a:latin typeface="Agrandir"/>
                  <a:ea typeface="Agrandir"/>
                  <a:cs typeface="Agrandir"/>
                  <a:sym typeface="Agrandir"/>
                </a:rPr>
                <a:t>Ratowanie zakładników</a:t>
              </a:r>
            </a:p>
          </p:txBody>
        </p:sp>
        <p:sp>
          <p:nvSpPr>
            <p:cNvPr id="8" name="Freeform 8"/>
            <p:cNvSpPr/>
            <p:nvPr/>
          </p:nvSpPr>
          <p:spPr>
            <a:xfrm>
              <a:off x="0" y="0"/>
              <a:ext cx="1124235" cy="1157920"/>
            </a:xfrm>
            <a:custGeom>
              <a:avLst/>
              <a:gdLst/>
              <a:ahLst/>
              <a:cxnLst/>
              <a:rect l="l" t="t" r="r" b="b"/>
              <a:pathLst>
                <a:path w="1124235" h="1157920">
                  <a:moveTo>
                    <a:pt x="0" y="0"/>
                  </a:moveTo>
                  <a:lnTo>
                    <a:pt x="1124235" y="0"/>
                  </a:lnTo>
                  <a:lnTo>
                    <a:pt x="1124235" y="1157920"/>
                  </a:lnTo>
                  <a:lnTo>
                    <a:pt x="0" y="11579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9" name="TextBox 9"/>
            <p:cNvSpPr txBox="1"/>
            <p:nvPr/>
          </p:nvSpPr>
          <p:spPr>
            <a:xfrm>
              <a:off x="351305" y="370892"/>
              <a:ext cx="421625" cy="34946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60"/>
                </a:lnSpc>
              </a:pPr>
              <a:r>
                <a:rPr lang="en-US" sz="1400" b="1">
                  <a:solidFill>
                    <a:srgbClr val="2B2B2B"/>
                  </a:solidFill>
                  <a:latin typeface="Agrandir Bold"/>
                  <a:ea typeface="Agrandir Bold"/>
                  <a:cs typeface="Agrandir Bold"/>
                  <a:sym typeface="Agrandir Bold"/>
                </a:rPr>
                <a:t>2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143000" y="5829870"/>
            <a:ext cx="6907145" cy="868440"/>
            <a:chOff x="0" y="0"/>
            <a:chExt cx="9209527" cy="1157920"/>
          </a:xfrm>
        </p:grpSpPr>
        <p:sp>
          <p:nvSpPr>
            <p:cNvPr id="11" name="TextBox 11"/>
            <p:cNvSpPr txBox="1"/>
            <p:nvPr/>
          </p:nvSpPr>
          <p:spPr>
            <a:xfrm>
              <a:off x="1634311" y="147159"/>
              <a:ext cx="7575216" cy="73025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4199"/>
                </a:lnSpc>
              </a:pPr>
              <a:r>
                <a:rPr lang="en-US" sz="2999">
                  <a:solidFill>
                    <a:srgbClr val="2B2B2B"/>
                  </a:solidFill>
                  <a:latin typeface="Agrandir"/>
                  <a:ea typeface="Agrandir"/>
                  <a:cs typeface="Agrandir"/>
                  <a:sym typeface="Agrandir"/>
                </a:rPr>
                <a:t>Rozpoznanie</a:t>
              </a:r>
            </a:p>
          </p:txBody>
        </p:sp>
        <p:sp>
          <p:nvSpPr>
            <p:cNvPr id="12" name="Freeform 12"/>
            <p:cNvSpPr/>
            <p:nvPr/>
          </p:nvSpPr>
          <p:spPr>
            <a:xfrm>
              <a:off x="0" y="0"/>
              <a:ext cx="1124235" cy="1157920"/>
            </a:xfrm>
            <a:custGeom>
              <a:avLst/>
              <a:gdLst/>
              <a:ahLst/>
              <a:cxnLst/>
              <a:rect l="l" t="t" r="r" b="b"/>
              <a:pathLst>
                <a:path w="1124235" h="1157920">
                  <a:moveTo>
                    <a:pt x="0" y="0"/>
                  </a:moveTo>
                  <a:lnTo>
                    <a:pt x="1124235" y="0"/>
                  </a:lnTo>
                  <a:lnTo>
                    <a:pt x="1124235" y="1157920"/>
                  </a:lnTo>
                  <a:lnTo>
                    <a:pt x="0" y="11579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13" name="TextBox 13"/>
            <p:cNvSpPr txBox="1"/>
            <p:nvPr/>
          </p:nvSpPr>
          <p:spPr>
            <a:xfrm>
              <a:off x="351305" y="370892"/>
              <a:ext cx="421625" cy="34946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60"/>
                </a:lnSpc>
              </a:pPr>
              <a:r>
                <a:rPr lang="en-US" sz="1400" b="1">
                  <a:solidFill>
                    <a:srgbClr val="2B2B2B"/>
                  </a:solidFill>
                  <a:latin typeface="Agrandir Bold"/>
                  <a:ea typeface="Agrandir Bold"/>
                  <a:cs typeface="Agrandir Bold"/>
                  <a:sym typeface="Agrandir Bold"/>
                </a:rPr>
                <a:t>3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143000" y="7118551"/>
            <a:ext cx="6907145" cy="868440"/>
            <a:chOff x="0" y="0"/>
            <a:chExt cx="9209527" cy="1157920"/>
          </a:xfrm>
        </p:grpSpPr>
        <p:sp>
          <p:nvSpPr>
            <p:cNvPr id="15" name="TextBox 15"/>
            <p:cNvSpPr txBox="1"/>
            <p:nvPr/>
          </p:nvSpPr>
          <p:spPr>
            <a:xfrm>
              <a:off x="1634311" y="147159"/>
              <a:ext cx="7575216" cy="73025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4199"/>
                </a:lnSpc>
              </a:pPr>
              <a:r>
                <a:rPr lang="en-US" sz="2999">
                  <a:solidFill>
                    <a:srgbClr val="2B2B2B"/>
                  </a:solidFill>
                  <a:latin typeface="Agrandir"/>
                  <a:ea typeface="Agrandir"/>
                  <a:cs typeface="Agrandir"/>
                  <a:sym typeface="Agrandir"/>
                </a:rPr>
                <a:t>Ochrona osób</a:t>
              </a:r>
            </a:p>
          </p:txBody>
        </p:sp>
        <p:sp>
          <p:nvSpPr>
            <p:cNvPr id="16" name="Freeform 16"/>
            <p:cNvSpPr/>
            <p:nvPr/>
          </p:nvSpPr>
          <p:spPr>
            <a:xfrm>
              <a:off x="0" y="0"/>
              <a:ext cx="1124235" cy="1157920"/>
            </a:xfrm>
            <a:custGeom>
              <a:avLst/>
              <a:gdLst/>
              <a:ahLst/>
              <a:cxnLst/>
              <a:rect l="l" t="t" r="r" b="b"/>
              <a:pathLst>
                <a:path w="1124235" h="1157920">
                  <a:moveTo>
                    <a:pt x="0" y="0"/>
                  </a:moveTo>
                  <a:lnTo>
                    <a:pt x="1124235" y="0"/>
                  </a:lnTo>
                  <a:lnTo>
                    <a:pt x="1124235" y="1157920"/>
                  </a:lnTo>
                  <a:lnTo>
                    <a:pt x="0" y="11579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17" name="TextBox 17"/>
            <p:cNvSpPr txBox="1"/>
            <p:nvPr/>
          </p:nvSpPr>
          <p:spPr>
            <a:xfrm>
              <a:off x="351305" y="370892"/>
              <a:ext cx="421625" cy="34946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60"/>
                </a:lnSpc>
              </a:pPr>
              <a:r>
                <a:rPr lang="en-US" sz="1400" b="1">
                  <a:solidFill>
                    <a:srgbClr val="2B2B2B"/>
                  </a:solidFill>
                  <a:latin typeface="Agrandir Bold"/>
                  <a:ea typeface="Agrandir Bold"/>
                  <a:cs typeface="Agrandir Bold"/>
                  <a:sym typeface="Agrandir Bold"/>
                </a:rPr>
                <a:t>4</a:t>
              </a:r>
            </a:p>
          </p:txBody>
        </p:sp>
      </p:grpSp>
      <p:sp>
        <p:nvSpPr>
          <p:cNvPr id="18" name="Freeform 18"/>
          <p:cNvSpPr/>
          <p:nvPr/>
        </p:nvSpPr>
        <p:spPr>
          <a:xfrm>
            <a:off x="7213657" y="5098746"/>
            <a:ext cx="11074343" cy="5188254"/>
          </a:xfrm>
          <a:custGeom>
            <a:avLst/>
            <a:gdLst/>
            <a:ahLst/>
            <a:cxnLst/>
            <a:rect l="l" t="t" r="r" b="b"/>
            <a:pathLst>
              <a:path w="11074343" h="5188254">
                <a:moveTo>
                  <a:pt x="0" y="0"/>
                </a:moveTo>
                <a:lnTo>
                  <a:pt x="11074343" y="0"/>
                </a:lnTo>
                <a:lnTo>
                  <a:pt x="11074343" y="5188254"/>
                </a:lnTo>
                <a:lnTo>
                  <a:pt x="0" y="518825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19" name="TextBox 19"/>
          <p:cNvSpPr txBox="1"/>
          <p:nvPr/>
        </p:nvSpPr>
        <p:spPr>
          <a:xfrm>
            <a:off x="1028700" y="1366838"/>
            <a:ext cx="9636724" cy="1247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8399"/>
              </a:lnSpc>
              <a:spcBef>
                <a:spcPct val="0"/>
              </a:spcBef>
            </a:pPr>
            <a:r>
              <a:rPr lang="en-US" sz="6999">
                <a:solidFill>
                  <a:srgbClr val="2B2B2B"/>
                </a:solidFill>
                <a:latin typeface="Agrandir"/>
                <a:ea typeface="Agrandir"/>
                <a:cs typeface="Agrandir"/>
                <a:sym typeface="Agrandir"/>
              </a:rPr>
              <a:t>Zadania sił specjalnych</a:t>
            </a: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5">
            <a:alphaModFix amt="25000"/>
          </a:blip>
          <a:srcRect/>
          <a:stretch>
            <a:fillRect/>
          </a:stretch>
        </p:blipFill>
        <p:spPr>
          <a:xfrm rot="-10532666">
            <a:off x="10688004" y="-3742518"/>
            <a:ext cx="11299939" cy="104379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9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143000" y="3252509"/>
            <a:ext cx="6907145" cy="868440"/>
            <a:chOff x="0" y="0"/>
            <a:chExt cx="9209527" cy="11579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124235" cy="1157920"/>
            </a:xfrm>
            <a:custGeom>
              <a:avLst/>
              <a:gdLst/>
              <a:ahLst/>
              <a:cxnLst/>
              <a:rect l="l" t="t" r="r" b="b"/>
              <a:pathLst>
                <a:path w="1124235" h="1157920">
                  <a:moveTo>
                    <a:pt x="0" y="0"/>
                  </a:moveTo>
                  <a:lnTo>
                    <a:pt x="1124235" y="0"/>
                  </a:lnTo>
                  <a:lnTo>
                    <a:pt x="1124235" y="1157920"/>
                  </a:lnTo>
                  <a:lnTo>
                    <a:pt x="0" y="11579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4" name="TextBox 4"/>
            <p:cNvSpPr txBox="1"/>
            <p:nvPr/>
          </p:nvSpPr>
          <p:spPr>
            <a:xfrm>
              <a:off x="1634311" y="147159"/>
              <a:ext cx="7575216" cy="73025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4199"/>
                </a:lnSpc>
              </a:pPr>
              <a:r>
                <a:rPr lang="en-US" sz="2999">
                  <a:solidFill>
                    <a:srgbClr val="2B2B2B"/>
                  </a:solidFill>
                  <a:latin typeface="Agrandir"/>
                  <a:ea typeface="Agrandir"/>
                  <a:cs typeface="Agrandir"/>
                  <a:sym typeface="Agrandir"/>
                </a:rPr>
                <a:t>GROM (Polska) 🇵🇱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351305" y="370892"/>
              <a:ext cx="421625" cy="34946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60"/>
                </a:lnSpc>
              </a:pPr>
              <a:r>
                <a:rPr lang="en-US" sz="1400" b="1">
                  <a:solidFill>
                    <a:srgbClr val="2B2B2B"/>
                  </a:solidFill>
                  <a:latin typeface="Agrandir Bold"/>
                  <a:ea typeface="Agrandir Bold"/>
                  <a:cs typeface="Agrandir Bold"/>
                  <a:sym typeface="Agrandir Bold"/>
                </a:rPr>
                <a:t>1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143000" y="4541190"/>
            <a:ext cx="6907145" cy="868440"/>
            <a:chOff x="0" y="0"/>
            <a:chExt cx="9209527" cy="1157920"/>
          </a:xfrm>
        </p:grpSpPr>
        <p:sp>
          <p:nvSpPr>
            <p:cNvPr id="7" name="TextBox 7"/>
            <p:cNvSpPr txBox="1"/>
            <p:nvPr/>
          </p:nvSpPr>
          <p:spPr>
            <a:xfrm>
              <a:off x="1634311" y="147159"/>
              <a:ext cx="7575216" cy="73025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4199"/>
                </a:lnSpc>
              </a:pPr>
              <a:r>
                <a:rPr lang="en-US" sz="2999">
                  <a:solidFill>
                    <a:srgbClr val="2B2B2B"/>
                  </a:solidFill>
                  <a:latin typeface="Agrandir"/>
                  <a:ea typeface="Agrandir"/>
                  <a:cs typeface="Agrandir"/>
                  <a:sym typeface="Agrandir"/>
                </a:rPr>
                <a:t>Navy SEALs (USA) 🇺🇸</a:t>
              </a:r>
            </a:p>
          </p:txBody>
        </p:sp>
        <p:sp>
          <p:nvSpPr>
            <p:cNvPr id="8" name="Freeform 8"/>
            <p:cNvSpPr/>
            <p:nvPr/>
          </p:nvSpPr>
          <p:spPr>
            <a:xfrm>
              <a:off x="0" y="0"/>
              <a:ext cx="1124235" cy="1157920"/>
            </a:xfrm>
            <a:custGeom>
              <a:avLst/>
              <a:gdLst/>
              <a:ahLst/>
              <a:cxnLst/>
              <a:rect l="l" t="t" r="r" b="b"/>
              <a:pathLst>
                <a:path w="1124235" h="1157920">
                  <a:moveTo>
                    <a:pt x="0" y="0"/>
                  </a:moveTo>
                  <a:lnTo>
                    <a:pt x="1124235" y="0"/>
                  </a:lnTo>
                  <a:lnTo>
                    <a:pt x="1124235" y="1157920"/>
                  </a:lnTo>
                  <a:lnTo>
                    <a:pt x="0" y="11579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9" name="TextBox 9"/>
            <p:cNvSpPr txBox="1"/>
            <p:nvPr/>
          </p:nvSpPr>
          <p:spPr>
            <a:xfrm>
              <a:off x="351305" y="370892"/>
              <a:ext cx="421625" cy="34946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60"/>
                </a:lnSpc>
              </a:pPr>
              <a:r>
                <a:rPr lang="en-US" sz="1400" b="1">
                  <a:solidFill>
                    <a:srgbClr val="2B2B2B"/>
                  </a:solidFill>
                  <a:latin typeface="Agrandir Bold"/>
                  <a:ea typeface="Agrandir Bold"/>
                  <a:cs typeface="Agrandir Bold"/>
                  <a:sym typeface="Agrandir Bold"/>
                </a:rPr>
                <a:t>2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143000" y="5829870"/>
            <a:ext cx="6907145" cy="868440"/>
            <a:chOff x="0" y="0"/>
            <a:chExt cx="9209527" cy="1157920"/>
          </a:xfrm>
        </p:grpSpPr>
        <p:sp>
          <p:nvSpPr>
            <p:cNvPr id="11" name="TextBox 11"/>
            <p:cNvSpPr txBox="1"/>
            <p:nvPr/>
          </p:nvSpPr>
          <p:spPr>
            <a:xfrm>
              <a:off x="1634311" y="147159"/>
              <a:ext cx="7575216" cy="73025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4199"/>
                </a:lnSpc>
              </a:pPr>
              <a:r>
                <a:rPr lang="en-US" sz="2999">
                  <a:solidFill>
                    <a:srgbClr val="2B2B2B"/>
                  </a:solidFill>
                  <a:latin typeface="Agrandir"/>
                  <a:ea typeface="Agrandir"/>
                  <a:cs typeface="Agrandir"/>
                  <a:sym typeface="Agrandir"/>
                </a:rPr>
                <a:t>SAS (Wielka Brytania) 🇬🇧</a:t>
              </a:r>
            </a:p>
          </p:txBody>
        </p:sp>
        <p:sp>
          <p:nvSpPr>
            <p:cNvPr id="12" name="Freeform 12"/>
            <p:cNvSpPr/>
            <p:nvPr/>
          </p:nvSpPr>
          <p:spPr>
            <a:xfrm>
              <a:off x="0" y="0"/>
              <a:ext cx="1124235" cy="1157920"/>
            </a:xfrm>
            <a:custGeom>
              <a:avLst/>
              <a:gdLst/>
              <a:ahLst/>
              <a:cxnLst/>
              <a:rect l="l" t="t" r="r" b="b"/>
              <a:pathLst>
                <a:path w="1124235" h="1157920">
                  <a:moveTo>
                    <a:pt x="0" y="0"/>
                  </a:moveTo>
                  <a:lnTo>
                    <a:pt x="1124235" y="0"/>
                  </a:lnTo>
                  <a:lnTo>
                    <a:pt x="1124235" y="1157920"/>
                  </a:lnTo>
                  <a:lnTo>
                    <a:pt x="0" y="11579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13" name="TextBox 13"/>
            <p:cNvSpPr txBox="1"/>
            <p:nvPr/>
          </p:nvSpPr>
          <p:spPr>
            <a:xfrm>
              <a:off x="351305" y="370892"/>
              <a:ext cx="421625" cy="34946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60"/>
                </a:lnSpc>
              </a:pPr>
              <a:r>
                <a:rPr lang="en-US" sz="1400" b="1">
                  <a:solidFill>
                    <a:srgbClr val="2B2B2B"/>
                  </a:solidFill>
                  <a:latin typeface="Agrandir Bold"/>
                  <a:ea typeface="Agrandir Bold"/>
                  <a:cs typeface="Agrandir Bold"/>
                  <a:sym typeface="Agrandir Bold"/>
                </a:rPr>
                <a:t>3</a:t>
              </a:r>
            </a:p>
          </p:txBody>
        </p:sp>
      </p:grpSp>
      <p:sp>
        <p:nvSpPr>
          <p:cNvPr id="14" name="Freeform 14"/>
          <p:cNvSpPr/>
          <p:nvPr/>
        </p:nvSpPr>
        <p:spPr>
          <a:xfrm>
            <a:off x="12286962" y="6264090"/>
            <a:ext cx="6656464" cy="4022910"/>
          </a:xfrm>
          <a:custGeom>
            <a:avLst/>
            <a:gdLst/>
            <a:ahLst/>
            <a:cxnLst/>
            <a:rect l="l" t="t" r="r" b="b"/>
            <a:pathLst>
              <a:path w="6656464" h="4022910">
                <a:moveTo>
                  <a:pt x="0" y="0"/>
                </a:moveTo>
                <a:lnTo>
                  <a:pt x="6656464" y="0"/>
                </a:lnTo>
                <a:lnTo>
                  <a:pt x="6656464" y="4022910"/>
                </a:lnTo>
                <a:lnTo>
                  <a:pt x="0" y="402291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15" name="Freeform 15"/>
          <p:cNvSpPr/>
          <p:nvPr/>
        </p:nvSpPr>
        <p:spPr>
          <a:xfrm>
            <a:off x="-2861696" y="6833101"/>
            <a:ext cx="7261076" cy="4850399"/>
          </a:xfrm>
          <a:custGeom>
            <a:avLst/>
            <a:gdLst/>
            <a:ahLst/>
            <a:cxnLst/>
            <a:rect l="l" t="t" r="r" b="b"/>
            <a:pathLst>
              <a:path w="7261076" h="4850399">
                <a:moveTo>
                  <a:pt x="0" y="0"/>
                </a:moveTo>
                <a:lnTo>
                  <a:pt x="7261076" y="0"/>
                </a:lnTo>
                <a:lnTo>
                  <a:pt x="7261076" y="4850398"/>
                </a:lnTo>
                <a:lnTo>
                  <a:pt x="0" y="485039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16" name="Freeform 16"/>
          <p:cNvSpPr/>
          <p:nvPr/>
        </p:nvSpPr>
        <p:spPr>
          <a:xfrm>
            <a:off x="8565576" y="5143305"/>
            <a:ext cx="3721386" cy="5143695"/>
          </a:xfrm>
          <a:custGeom>
            <a:avLst/>
            <a:gdLst/>
            <a:ahLst/>
            <a:cxnLst/>
            <a:rect l="l" t="t" r="r" b="b"/>
            <a:pathLst>
              <a:path w="3721386" h="5143695">
                <a:moveTo>
                  <a:pt x="0" y="0"/>
                </a:moveTo>
                <a:lnTo>
                  <a:pt x="3721386" y="0"/>
                </a:lnTo>
                <a:lnTo>
                  <a:pt x="3721386" y="5143695"/>
                </a:lnTo>
                <a:lnTo>
                  <a:pt x="0" y="514369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17" name="TextBox 17"/>
          <p:cNvSpPr txBox="1"/>
          <p:nvPr/>
        </p:nvSpPr>
        <p:spPr>
          <a:xfrm>
            <a:off x="1028700" y="1366838"/>
            <a:ext cx="8454052" cy="1247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8399"/>
              </a:lnSpc>
              <a:spcBef>
                <a:spcPct val="0"/>
              </a:spcBef>
            </a:pPr>
            <a:r>
              <a:rPr lang="en-US" sz="6999">
                <a:solidFill>
                  <a:srgbClr val="2B2B2B"/>
                </a:solidFill>
                <a:latin typeface="Agrandir"/>
                <a:ea typeface="Agrandir"/>
                <a:cs typeface="Agrandir"/>
                <a:sym typeface="Agrandir"/>
              </a:rPr>
              <a:t>Przykłady jednostek</a:t>
            </a: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7">
            <a:alphaModFix amt="25000"/>
          </a:blip>
          <a:srcRect/>
          <a:stretch>
            <a:fillRect/>
          </a:stretch>
        </p:blipFill>
        <p:spPr>
          <a:xfrm rot="4532041">
            <a:off x="10445837" y="-4796294"/>
            <a:ext cx="9840918" cy="1098560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EAC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143000" y="3252509"/>
            <a:ext cx="6907145" cy="868440"/>
            <a:chOff x="0" y="0"/>
            <a:chExt cx="9209527" cy="11579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124235" cy="1157920"/>
            </a:xfrm>
            <a:custGeom>
              <a:avLst/>
              <a:gdLst/>
              <a:ahLst/>
              <a:cxnLst/>
              <a:rect l="l" t="t" r="r" b="b"/>
              <a:pathLst>
                <a:path w="1124235" h="1157920">
                  <a:moveTo>
                    <a:pt x="0" y="0"/>
                  </a:moveTo>
                  <a:lnTo>
                    <a:pt x="1124235" y="0"/>
                  </a:lnTo>
                  <a:lnTo>
                    <a:pt x="1124235" y="1157920"/>
                  </a:lnTo>
                  <a:lnTo>
                    <a:pt x="0" y="11579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4" name="TextBox 4"/>
            <p:cNvSpPr txBox="1"/>
            <p:nvPr/>
          </p:nvSpPr>
          <p:spPr>
            <a:xfrm>
              <a:off x="1634311" y="147159"/>
              <a:ext cx="7575216" cy="73025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4199"/>
                </a:lnSpc>
              </a:pPr>
              <a:r>
                <a:rPr lang="en-US" sz="2999">
                  <a:solidFill>
                    <a:srgbClr val="2B2B2B"/>
                  </a:solidFill>
                  <a:latin typeface="Agrandir"/>
                  <a:ea typeface="Agrandir"/>
                  <a:cs typeface="Agrandir"/>
                  <a:sym typeface="Agrandir"/>
                </a:rPr>
                <a:t>Bezpieczeństwo państwa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351305" y="370892"/>
              <a:ext cx="421625" cy="34946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60"/>
                </a:lnSpc>
              </a:pPr>
              <a:r>
                <a:rPr lang="en-US" sz="1400" b="1">
                  <a:solidFill>
                    <a:srgbClr val="2B2B2B"/>
                  </a:solidFill>
                  <a:latin typeface="Agrandir Bold"/>
                  <a:ea typeface="Agrandir Bold"/>
                  <a:cs typeface="Agrandir Bold"/>
                  <a:sym typeface="Agrandir Bold"/>
                </a:rPr>
                <a:t>1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143000" y="4541190"/>
            <a:ext cx="6907145" cy="868440"/>
            <a:chOff x="0" y="0"/>
            <a:chExt cx="9209527" cy="1157920"/>
          </a:xfrm>
        </p:grpSpPr>
        <p:sp>
          <p:nvSpPr>
            <p:cNvPr id="7" name="TextBox 7"/>
            <p:cNvSpPr txBox="1"/>
            <p:nvPr/>
          </p:nvSpPr>
          <p:spPr>
            <a:xfrm>
              <a:off x="1634311" y="147159"/>
              <a:ext cx="7575216" cy="73025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4199"/>
                </a:lnSpc>
              </a:pPr>
              <a:r>
                <a:rPr lang="en-US" sz="2999">
                  <a:solidFill>
                    <a:srgbClr val="2B2B2B"/>
                  </a:solidFill>
                  <a:latin typeface="Agrandir"/>
                  <a:ea typeface="Agrandir"/>
                  <a:cs typeface="Agrandir"/>
                  <a:sym typeface="Agrandir"/>
                </a:rPr>
                <a:t>Ochrona obywateli</a:t>
              </a:r>
            </a:p>
          </p:txBody>
        </p:sp>
        <p:sp>
          <p:nvSpPr>
            <p:cNvPr id="8" name="Freeform 8"/>
            <p:cNvSpPr/>
            <p:nvPr/>
          </p:nvSpPr>
          <p:spPr>
            <a:xfrm>
              <a:off x="0" y="0"/>
              <a:ext cx="1124235" cy="1157920"/>
            </a:xfrm>
            <a:custGeom>
              <a:avLst/>
              <a:gdLst/>
              <a:ahLst/>
              <a:cxnLst/>
              <a:rect l="l" t="t" r="r" b="b"/>
              <a:pathLst>
                <a:path w="1124235" h="1157920">
                  <a:moveTo>
                    <a:pt x="0" y="0"/>
                  </a:moveTo>
                  <a:lnTo>
                    <a:pt x="1124235" y="0"/>
                  </a:lnTo>
                  <a:lnTo>
                    <a:pt x="1124235" y="1157920"/>
                  </a:lnTo>
                  <a:lnTo>
                    <a:pt x="0" y="11579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9" name="TextBox 9"/>
            <p:cNvSpPr txBox="1"/>
            <p:nvPr/>
          </p:nvSpPr>
          <p:spPr>
            <a:xfrm>
              <a:off x="351305" y="370892"/>
              <a:ext cx="421625" cy="34946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60"/>
                </a:lnSpc>
              </a:pPr>
              <a:r>
                <a:rPr lang="en-US" sz="1400" b="1">
                  <a:solidFill>
                    <a:srgbClr val="2B2B2B"/>
                  </a:solidFill>
                  <a:latin typeface="Agrandir Bold"/>
                  <a:ea typeface="Agrandir Bold"/>
                  <a:cs typeface="Agrandir Bold"/>
                  <a:sym typeface="Agrandir Bold"/>
                </a:rPr>
                <a:t>2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143000" y="5829870"/>
            <a:ext cx="6907145" cy="868440"/>
            <a:chOff x="0" y="0"/>
            <a:chExt cx="9209527" cy="1157920"/>
          </a:xfrm>
        </p:grpSpPr>
        <p:sp>
          <p:nvSpPr>
            <p:cNvPr id="11" name="TextBox 11"/>
            <p:cNvSpPr txBox="1"/>
            <p:nvPr/>
          </p:nvSpPr>
          <p:spPr>
            <a:xfrm>
              <a:off x="1634311" y="147159"/>
              <a:ext cx="7575216" cy="73025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4199"/>
                </a:lnSpc>
              </a:pPr>
              <a:r>
                <a:rPr lang="en-US" sz="2999">
                  <a:solidFill>
                    <a:srgbClr val="2B2B2B"/>
                  </a:solidFill>
                  <a:latin typeface="Agrandir"/>
                  <a:ea typeface="Agrandir"/>
                  <a:cs typeface="Agrandir"/>
                  <a:sym typeface="Agrandir"/>
                </a:rPr>
                <a:t>Stabilność międzynarodowa</a:t>
              </a:r>
            </a:p>
          </p:txBody>
        </p:sp>
        <p:sp>
          <p:nvSpPr>
            <p:cNvPr id="12" name="Freeform 12"/>
            <p:cNvSpPr/>
            <p:nvPr/>
          </p:nvSpPr>
          <p:spPr>
            <a:xfrm>
              <a:off x="0" y="0"/>
              <a:ext cx="1124235" cy="1157920"/>
            </a:xfrm>
            <a:custGeom>
              <a:avLst/>
              <a:gdLst/>
              <a:ahLst/>
              <a:cxnLst/>
              <a:rect l="l" t="t" r="r" b="b"/>
              <a:pathLst>
                <a:path w="1124235" h="1157920">
                  <a:moveTo>
                    <a:pt x="0" y="0"/>
                  </a:moveTo>
                  <a:lnTo>
                    <a:pt x="1124235" y="0"/>
                  </a:lnTo>
                  <a:lnTo>
                    <a:pt x="1124235" y="1157920"/>
                  </a:lnTo>
                  <a:lnTo>
                    <a:pt x="0" y="11579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13" name="TextBox 13"/>
            <p:cNvSpPr txBox="1"/>
            <p:nvPr/>
          </p:nvSpPr>
          <p:spPr>
            <a:xfrm>
              <a:off x="351305" y="370892"/>
              <a:ext cx="421625" cy="34946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60"/>
                </a:lnSpc>
              </a:pPr>
              <a:r>
                <a:rPr lang="en-US" sz="1400" b="1">
                  <a:solidFill>
                    <a:srgbClr val="2B2B2B"/>
                  </a:solidFill>
                  <a:latin typeface="Agrandir Bold"/>
                  <a:ea typeface="Agrandir Bold"/>
                  <a:cs typeface="Agrandir Bold"/>
                  <a:sym typeface="Agrandir Bold"/>
                </a:rPr>
                <a:t>3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028700" y="1366838"/>
            <a:ext cx="8520996" cy="1247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8399"/>
              </a:lnSpc>
              <a:spcBef>
                <a:spcPct val="0"/>
              </a:spcBef>
            </a:pPr>
            <a:r>
              <a:rPr lang="en-US" sz="6999">
                <a:solidFill>
                  <a:srgbClr val="2B2B2B"/>
                </a:solidFill>
                <a:latin typeface="Agrandir"/>
                <a:ea typeface="Agrandir"/>
                <a:cs typeface="Agrandir"/>
                <a:sym typeface="Agrandir"/>
              </a:rPr>
              <a:t>Dlaczego są ważne?</a:t>
            </a: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4">
            <a:alphaModFix amt="25000"/>
          </a:blip>
          <a:srcRect/>
          <a:stretch>
            <a:fillRect/>
          </a:stretch>
        </p:blipFill>
        <p:spPr>
          <a:xfrm rot="-1760899">
            <a:off x="11813927" y="4124355"/>
            <a:ext cx="9456935" cy="972667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25000"/>
          </a:blip>
          <a:srcRect/>
          <a:stretch>
            <a:fillRect/>
          </a:stretch>
        </p:blipFill>
        <p:spPr>
          <a:xfrm>
            <a:off x="-1774253" y="-6906946"/>
            <a:ext cx="13761077" cy="1415359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2013113" y="2211520"/>
            <a:ext cx="14261774" cy="16274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12664"/>
              </a:lnSpc>
              <a:spcBef>
                <a:spcPct val="0"/>
              </a:spcBef>
            </a:pPr>
            <a:r>
              <a:rPr lang="en-US" sz="10554" u="none" dirty="0" err="1">
                <a:solidFill>
                  <a:srgbClr val="2B2B2B"/>
                </a:solidFill>
                <a:latin typeface="Agrandir"/>
                <a:ea typeface="Agrandir"/>
                <a:cs typeface="Agrandir"/>
                <a:sym typeface="Agrandir"/>
              </a:rPr>
              <a:t>Dziękujemy</a:t>
            </a:r>
            <a:r>
              <a:rPr lang="en-US" sz="10554" u="none" dirty="0">
                <a:solidFill>
                  <a:srgbClr val="2B2B2B"/>
                </a:solidFill>
                <a:latin typeface="Agrandir"/>
                <a:ea typeface="Agrandir"/>
                <a:cs typeface="Agrandir"/>
                <a:sym typeface="Agrandir"/>
              </a:rPr>
              <a:t> za </a:t>
            </a:r>
            <a:r>
              <a:rPr lang="en-US" sz="10554" u="none" dirty="0" err="1">
                <a:solidFill>
                  <a:srgbClr val="2B2B2B"/>
                </a:solidFill>
                <a:latin typeface="Agrandir"/>
                <a:ea typeface="Agrandir"/>
                <a:cs typeface="Agrandir"/>
                <a:sym typeface="Agrandir"/>
              </a:rPr>
              <a:t>uwagę</a:t>
            </a:r>
            <a:r>
              <a:rPr lang="en-US" sz="10554" u="none" dirty="0">
                <a:solidFill>
                  <a:srgbClr val="2B2B2B"/>
                </a:solidFill>
                <a:latin typeface="Agrandir"/>
                <a:ea typeface="Agrandir"/>
                <a:cs typeface="Agrandir"/>
                <a:sym typeface="Agrandir"/>
              </a:rPr>
              <a:t>!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3">
            <a:alphaModFix amt="25000"/>
          </a:blip>
          <a:srcRect/>
          <a:stretch>
            <a:fillRect/>
          </a:stretch>
        </p:blipFill>
        <p:spPr>
          <a:xfrm>
            <a:off x="12180538" y="6925009"/>
            <a:ext cx="8674222" cy="7652259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4">
            <a:alphaModFix amt="25000"/>
          </a:blip>
          <a:srcRect/>
          <a:stretch>
            <a:fillRect/>
          </a:stretch>
        </p:blipFill>
        <p:spPr>
          <a:xfrm>
            <a:off x="14560883" y="-1072027"/>
            <a:ext cx="6293877" cy="5612932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5">
            <a:alphaModFix amt="25000"/>
          </a:blip>
          <a:srcRect/>
          <a:stretch>
            <a:fillRect/>
          </a:stretch>
        </p:blipFill>
        <p:spPr>
          <a:xfrm rot="-4964704">
            <a:off x="-1702074" y="5436085"/>
            <a:ext cx="6335313" cy="7076795"/>
          </a:xfrm>
          <a:prstGeom prst="rect">
            <a:avLst/>
          </a:prstGeom>
        </p:spPr>
      </p:pic>
      <p:sp>
        <p:nvSpPr>
          <p:cNvPr id="7" name="Freeform 7"/>
          <p:cNvSpPr/>
          <p:nvPr/>
        </p:nvSpPr>
        <p:spPr>
          <a:xfrm>
            <a:off x="14801341" y="6152641"/>
            <a:ext cx="3791459" cy="3791459"/>
          </a:xfrm>
          <a:custGeom>
            <a:avLst/>
            <a:gdLst/>
            <a:ahLst/>
            <a:cxnLst/>
            <a:rect l="l" t="t" r="r" b="b"/>
            <a:pathLst>
              <a:path w="3791459" h="3791459">
                <a:moveTo>
                  <a:pt x="0" y="0"/>
                </a:moveTo>
                <a:lnTo>
                  <a:pt x="3791458" y="0"/>
                </a:lnTo>
                <a:lnTo>
                  <a:pt x="3791458" y="3791458"/>
                </a:lnTo>
                <a:lnTo>
                  <a:pt x="0" y="379145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0" y="9705974"/>
            <a:ext cx="9144000" cy="5193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 err="1">
                <a:solidFill>
                  <a:srgbClr val="2B2B2B"/>
                </a:solidFill>
                <a:latin typeface="Agrandir"/>
                <a:ea typeface="Agrandir"/>
                <a:cs typeface="Agrandir"/>
                <a:sym typeface="Agrandir"/>
              </a:rPr>
              <a:t>pręzętację</a:t>
            </a:r>
            <a:r>
              <a:rPr lang="en-US" sz="2999" dirty="0">
                <a:solidFill>
                  <a:srgbClr val="2B2B2B"/>
                </a:solidFill>
                <a:latin typeface="Agrandir"/>
                <a:ea typeface="Agrandir"/>
                <a:cs typeface="Agrandir"/>
                <a:sym typeface="Agrandir"/>
              </a:rPr>
              <a:t> </a:t>
            </a:r>
            <a:r>
              <a:rPr lang="en-US" sz="2999" dirty="0" err="1">
                <a:solidFill>
                  <a:srgbClr val="2B2B2B"/>
                </a:solidFill>
                <a:latin typeface="Agrandir"/>
                <a:ea typeface="Agrandir"/>
                <a:cs typeface="Agrandir"/>
                <a:sym typeface="Agrandir"/>
              </a:rPr>
              <a:t>wykonali</a:t>
            </a:r>
            <a:r>
              <a:rPr lang="en-US" sz="2999" dirty="0">
                <a:solidFill>
                  <a:srgbClr val="2B2B2B"/>
                </a:solidFill>
                <a:latin typeface="Agrandir"/>
                <a:ea typeface="Agrandir"/>
                <a:cs typeface="Agrandir"/>
                <a:sym typeface="Agrandir"/>
              </a:rPr>
              <a:t>: Olek, Kamil, Mateusz, Andrzej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2993964" y="9729527"/>
            <a:ext cx="5294035" cy="5193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 err="1">
                <a:solidFill>
                  <a:srgbClr val="2B2B2B"/>
                </a:solidFill>
                <a:latin typeface="Agrandir"/>
                <a:ea typeface="Agrandir"/>
                <a:cs typeface="Agrandir"/>
                <a:sym typeface="Agrandir"/>
              </a:rPr>
              <a:t>proszę</a:t>
            </a:r>
            <a:r>
              <a:rPr lang="en-US" sz="2999" dirty="0">
                <a:solidFill>
                  <a:srgbClr val="2B2B2B"/>
                </a:solidFill>
                <a:latin typeface="Agrandir"/>
                <a:ea typeface="Agrandir"/>
                <a:cs typeface="Agrandir"/>
                <a:sym typeface="Agrandir"/>
              </a:rPr>
              <a:t> </a:t>
            </a:r>
            <a:r>
              <a:rPr lang="en-US" sz="2999" dirty="0" err="1">
                <a:solidFill>
                  <a:srgbClr val="2B2B2B"/>
                </a:solidFill>
                <a:latin typeface="Agrandir"/>
                <a:ea typeface="Agrandir"/>
                <a:cs typeface="Agrandir"/>
                <a:sym typeface="Agrandir"/>
              </a:rPr>
              <a:t>pana</a:t>
            </a:r>
            <a:r>
              <a:rPr lang="en-US" sz="2999" dirty="0">
                <a:solidFill>
                  <a:srgbClr val="2B2B2B"/>
                </a:solidFill>
                <a:latin typeface="Agrandir"/>
                <a:ea typeface="Agrandir"/>
                <a:cs typeface="Agrandir"/>
                <a:sym typeface="Agrandir"/>
              </a:rPr>
              <a:t> co </a:t>
            </a:r>
            <a:r>
              <a:rPr lang="en-US" sz="2999" dirty="0" err="1">
                <a:solidFill>
                  <a:srgbClr val="2B2B2B"/>
                </a:solidFill>
                <a:latin typeface="Agrandir"/>
                <a:ea typeface="Agrandir"/>
                <a:cs typeface="Agrandir"/>
                <a:sym typeface="Agrandir"/>
              </a:rPr>
              <a:t>dostaniemy</a:t>
            </a:r>
            <a:endParaRPr lang="en-US" sz="2999" dirty="0">
              <a:solidFill>
                <a:srgbClr val="2B2B2B"/>
              </a:solidFill>
              <a:latin typeface="Agrandir"/>
              <a:ea typeface="Agrandir"/>
              <a:cs typeface="Agrandir"/>
              <a:sym typeface="Agrandi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118</Words>
  <Application>Microsoft Macintosh PowerPoint</Application>
  <PresentationFormat>Niestandardowy</PresentationFormat>
  <Paragraphs>46</Paragraphs>
  <Slides>7</Slides>
  <Notes>0</Notes>
  <HiddenSlides>0</HiddenSlides>
  <MMClips>0</MMClips>
  <ScaleCrop>false</ScaleCrop>
  <HeadingPairs>
    <vt:vector size="6" baseType="variant">
      <vt:variant>
        <vt:lpstr>Używane czcionki</vt:lpstr>
      </vt:variant>
      <vt:variant>
        <vt:i4>4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7</vt:i4>
      </vt:variant>
    </vt:vector>
  </HeadingPairs>
  <TitlesOfParts>
    <vt:vector size="12" baseType="lpstr">
      <vt:lpstr>Calibri</vt:lpstr>
      <vt:lpstr>Agrandir</vt:lpstr>
      <vt:lpstr>Agrandir Bold</vt:lpstr>
      <vt:lpstr>Arial</vt:lpstr>
      <vt:lpstr>Office Theme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Pastelowe Plamy Prosta Podstawowa Prezentacja</dc:title>
  <cp:lastModifiedBy>Andrzej Ivaniuk</cp:lastModifiedBy>
  <cp:revision>3</cp:revision>
  <dcterms:created xsi:type="dcterms:W3CDTF">2006-08-16T00:00:00Z</dcterms:created>
  <dcterms:modified xsi:type="dcterms:W3CDTF">2026-01-21T19:30:15Z</dcterms:modified>
  <dc:identifier>DAG_EN_qEdc</dc:identifier>
</cp:coreProperties>
</file>