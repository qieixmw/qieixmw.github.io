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hOLJTD59pFbS/xOYUk9szLvJqG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5"/>
  </p:normalViewPr>
  <p:slideViewPr>
    <p:cSldViewPr snapToGrid="0">
      <p:cViewPr varScale="1">
        <p:scale>
          <a:sx n="71" d="100"/>
          <a:sy n="71" d="100"/>
        </p:scale>
        <p:origin x="1104" y="2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gif"/><Relationship Id="rId4" Type="http://schemas.openxmlformats.org/officeDocument/2006/relationships/image" Target="../media/image2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gif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6.png"/><Relationship Id="rId7" Type="http://schemas.openxmlformats.org/officeDocument/2006/relationships/image" Target="../media/image18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gif"/><Relationship Id="rId5" Type="http://schemas.openxmlformats.org/officeDocument/2006/relationships/image" Target="../media/image23.gif"/><Relationship Id="rId4" Type="http://schemas.openxmlformats.org/officeDocument/2006/relationships/image" Target="../media/image22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873986" y="4143057"/>
            <a:ext cx="14540029" cy="180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50" b="0" i="0" u="none" strike="noStrike" cap="non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Wojska, siły specjalne</a:t>
            </a:r>
            <a:endParaRPr/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 amt="50000"/>
          </a:blip>
          <a:srcRect/>
          <a:stretch/>
        </p:blipFill>
        <p:spPr>
          <a:xfrm>
            <a:off x="0" y="0"/>
            <a:ext cx="9743013" cy="1709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"/>
          <p:cNvPicPr preferRelativeResize="0"/>
          <p:nvPr/>
        </p:nvPicPr>
        <p:blipFill rotWithShape="1">
          <a:blip r:embed="rId4">
            <a:alphaModFix amt="25000"/>
          </a:blip>
          <a:srcRect/>
          <a:stretch/>
        </p:blipFill>
        <p:spPr>
          <a:xfrm rot="-7199120">
            <a:off x="-1868288" y="2744669"/>
            <a:ext cx="5793977" cy="5895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5">
            <a:alphaModFix amt="25000"/>
          </a:blip>
          <a:srcRect/>
          <a:stretch/>
        </p:blipFill>
        <p:spPr>
          <a:xfrm rot="3203220">
            <a:off x="11761334" y="-287014"/>
            <a:ext cx="11814494" cy="1246186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/>
          <p:nvPr/>
        </p:nvSpPr>
        <p:spPr>
          <a:xfrm>
            <a:off x="15152406" y="6722799"/>
            <a:ext cx="2962530" cy="3947760"/>
          </a:xfrm>
          <a:custGeom>
            <a:avLst/>
            <a:gdLst/>
            <a:ahLst/>
            <a:cxnLst/>
            <a:rect l="l" t="t" r="r" b="b"/>
            <a:pathLst>
              <a:path w="2962530" h="3947760" extrusionOk="0">
                <a:moveTo>
                  <a:pt x="0" y="0"/>
                </a:moveTo>
                <a:lnTo>
                  <a:pt x="2962531" y="0"/>
                </a:lnTo>
                <a:lnTo>
                  <a:pt x="2962531" y="3947760"/>
                </a:lnTo>
                <a:lnTo>
                  <a:pt x="0" y="39477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9" name="Google Shape;89;p1"/>
          <p:cNvSpPr txBox="1"/>
          <p:nvPr/>
        </p:nvSpPr>
        <p:spPr>
          <a:xfrm>
            <a:off x="4547405" y="3557327"/>
            <a:ext cx="9626327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 b="0" i="0" u="none" strike="noStrike" cap="non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zapraszamy do obejrzenia prezentacji pod tytułem:</a:t>
            </a:r>
            <a:endParaRPr/>
          </a:p>
        </p:txBody>
      </p:sp>
      <p:pic>
        <p:nvPicPr>
          <p:cNvPr id="90" name="Google Shape;90;p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5556500"/>
            <a:ext cx="4730525" cy="473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3D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2"/>
          <p:cNvGrpSpPr/>
          <p:nvPr/>
        </p:nvGrpSpPr>
        <p:grpSpPr>
          <a:xfrm>
            <a:off x="1143000" y="3252509"/>
            <a:ext cx="6907145" cy="868440"/>
            <a:chOff x="0" y="0"/>
            <a:chExt cx="9209527" cy="1157920"/>
          </a:xfrm>
        </p:grpSpPr>
        <p:sp>
          <p:nvSpPr>
            <p:cNvPr id="96" name="Google Shape;96;p2"/>
            <p:cNvSpPr/>
            <p:nvPr/>
          </p:nvSpPr>
          <p:spPr>
            <a:xfrm>
              <a:off x="0" y="0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 extrusionOk="0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97" name="Google Shape;97;p2"/>
            <p:cNvSpPr txBox="1"/>
            <p:nvPr/>
          </p:nvSpPr>
          <p:spPr>
            <a:xfrm>
              <a:off x="1634311" y="147159"/>
              <a:ext cx="7575216" cy="730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9" b="0" i="0" u="none" strike="noStrike" cap="non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Wojsko to siły zbrojne państwa,</a:t>
              </a:r>
              <a:endParaRPr/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351305" y="370892"/>
              <a:ext cx="421625" cy="3494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99" name="Google Shape;99;p2"/>
          <p:cNvGrpSpPr/>
          <p:nvPr/>
        </p:nvGrpSpPr>
        <p:grpSpPr>
          <a:xfrm>
            <a:off x="1143000" y="4541190"/>
            <a:ext cx="6907145" cy="868440"/>
            <a:chOff x="0" y="0"/>
            <a:chExt cx="9209527" cy="1157920"/>
          </a:xfrm>
        </p:grpSpPr>
        <p:sp>
          <p:nvSpPr>
            <p:cNvPr id="100" name="Google Shape;100;p2"/>
            <p:cNvSpPr txBox="1"/>
            <p:nvPr/>
          </p:nvSpPr>
          <p:spPr>
            <a:xfrm>
              <a:off x="1634311" y="147159"/>
              <a:ext cx="7575216" cy="730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9" b="0" i="0" u="none" strike="noStrike" cap="non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obrona kraju,</a:t>
              </a: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0" y="0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 extrusionOk="0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02" name="Google Shape;102;p2"/>
            <p:cNvSpPr txBox="1"/>
            <p:nvPr/>
          </p:nvSpPr>
          <p:spPr>
            <a:xfrm>
              <a:off x="351305" y="370892"/>
              <a:ext cx="421625" cy="3494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103" name="Google Shape;103;p2"/>
          <p:cNvGrpSpPr/>
          <p:nvPr/>
        </p:nvGrpSpPr>
        <p:grpSpPr>
          <a:xfrm>
            <a:off x="1143000" y="5829870"/>
            <a:ext cx="6907145" cy="868440"/>
            <a:chOff x="0" y="0"/>
            <a:chExt cx="9209527" cy="1157920"/>
          </a:xfrm>
        </p:grpSpPr>
        <p:sp>
          <p:nvSpPr>
            <p:cNvPr id="104" name="Google Shape;104;p2"/>
            <p:cNvSpPr txBox="1"/>
            <p:nvPr/>
          </p:nvSpPr>
          <p:spPr>
            <a:xfrm>
              <a:off x="1634311" y="147159"/>
              <a:ext cx="7575216" cy="730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9" b="0" i="0" u="none" strike="noStrike" cap="non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ochrona granic,</a:t>
              </a: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0" y="0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 extrusionOk="0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06" name="Google Shape;106;p2"/>
            <p:cNvSpPr txBox="1"/>
            <p:nvPr/>
          </p:nvSpPr>
          <p:spPr>
            <a:xfrm>
              <a:off x="351305" y="370892"/>
              <a:ext cx="421625" cy="3494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107" name="Google Shape;107;p2"/>
          <p:cNvGrpSpPr/>
          <p:nvPr/>
        </p:nvGrpSpPr>
        <p:grpSpPr>
          <a:xfrm>
            <a:off x="1143000" y="7118551"/>
            <a:ext cx="6907145" cy="868440"/>
            <a:chOff x="0" y="0"/>
            <a:chExt cx="9209527" cy="1157920"/>
          </a:xfrm>
        </p:grpSpPr>
        <p:sp>
          <p:nvSpPr>
            <p:cNvPr id="108" name="Google Shape;108;p2"/>
            <p:cNvSpPr txBox="1"/>
            <p:nvPr/>
          </p:nvSpPr>
          <p:spPr>
            <a:xfrm>
              <a:off x="1634311" y="147159"/>
              <a:ext cx="7575216" cy="730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9" b="0" i="0" u="none" strike="noStrike" cap="non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pomoc w kryzysach.</a:t>
              </a: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0" y="0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 extrusionOk="0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10" name="Google Shape;110;p2"/>
            <p:cNvSpPr txBox="1"/>
            <p:nvPr/>
          </p:nvSpPr>
          <p:spPr>
            <a:xfrm>
              <a:off x="351305" y="370892"/>
              <a:ext cx="421625" cy="3494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pic>
        <p:nvPicPr>
          <p:cNvPr id="111" name="Google Shape;111;p2"/>
          <p:cNvPicPr preferRelativeResize="0"/>
          <p:nvPr/>
        </p:nvPicPr>
        <p:blipFill rotWithShape="1">
          <a:blip r:embed="rId4">
            <a:alphaModFix amt="25000"/>
          </a:blip>
          <a:srcRect/>
          <a:stretch/>
        </p:blipFill>
        <p:spPr>
          <a:xfrm rot="-557617">
            <a:off x="13938335" y="-2349833"/>
            <a:ext cx="5793977" cy="589544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"/>
          <p:cNvSpPr/>
          <p:nvPr/>
        </p:nvSpPr>
        <p:spPr>
          <a:xfrm>
            <a:off x="7032111" y="2901342"/>
            <a:ext cx="9535437" cy="6356958"/>
          </a:xfrm>
          <a:custGeom>
            <a:avLst/>
            <a:gdLst/>
            <a:ahLst/>
            <a:cxnLst/>
            <a:rect l="l" t="t" r="r" b="b"/>
            <a:pathLst>
              <a:path w="9535437" h="6356958" extrusionOk="0">
                <a:moveTo>
                  <a:pt x="0" y="0"/>
                </a:moveTo>
                <a:lnTo>
                  <a:pt x="9535438" y="0"/>
                </a:lnTo>
                <a:lnTo>
                  <a:pt x="953543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3" name="Google Shape;113;p2"/>
          <p:cNvSpPr txBox="1"/>
          <p:nvPr/>
        </p:nvSpPr>
        <p:spPr>
          <a:xfrm>
            <a:off x="1028700" y="1366838"/>
            <a:ext cx="7695357" cy="1247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0" i="0" u="none" strike="noStrike" cap="non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Czym jest wojsko?</a:t>
            </a:r>
            <a:endParaRPr/>
          </a:p>
        </p:txBody>
      </p:sp>
      <p:pic>
        <p:nvPicPr>
          <p:cNvPr id="114" name="Google Shape;114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317875" y="7316876"/>
            <a:ext cx="2970125" cy="297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C3D2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p3"/>
          <p:cNvGrpSpPr/>
          <p:nvPr/>
        </p:nvGrpSpPr>
        <p:grpSpPr>
          <a:xfrm>
            <a:off x="1143000" y="3252509"/>
            <a:ext cx="6907145" cy="868440"/>
            <a:chOff x="0" y="0"/>
            <a:chExt cx="9209527" cy="1157920"/>
          </a:xfrm>
        </p:grpSpPr>
        <p:sp>
          <p:nvSpPr>
            <p:cNvPr id="120" name="Google Shape;120;p3"/>
            <p:cNvSpPr/>
            <p:nvPr/>
          </p:nvSpPr>
          <p:spPr>
            <a:xfrm>
              <a:off x="0" y="0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 extrusionOk="0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21" name="Google Shape;121;p3"/>
            <p:cNvSpPr txBox="1"/>
            <p:nvPr/>
          </p:nvSpPr>
          <p:spPr>
            <a:xfrm>
              <a:off x="1634311" y="147159"/>
              <a:ext cx="7575216" cy="730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9" b="0" i="0" u="none" strike="noStrike" cap="non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Wojska Lądowe</a:t>
              </a:r>
              <a:endParaRPr/>
            </a:p>
          </p:txBody>
        </p:sp>
        <p:sp>
          <p:nvSpPr>
            <p:cNvPr id="122" name="Google Shape;122;p3"/>
            <p:cNvSpPr txBox="1"/>
            <p:nvPr/>
          </p:nvSpPr>
          <p:spPr>
            <a:xfrm>
              <a:off x="351305" y="370892"/>
              <a:ext cx="421625" cy="3494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123" name="Google Shape;123;p3"/>
          <p:cNvGrpSpPr/>
          <p:nvPr/>
        </p:nvGrpSpPr>
        <p:grpSpPr>
          <a:xfrm>
            <a:off x="1143000" y="4541190"/>
            <a:ext cx="6907145" cy="868440"/>
            <a:chOff x="0" y="0"/>
            <a:chExt cx="9209527" cy="1157920"/>
          </a:xfrm>
        </p:grpSpPr>
        <p:sp>
          <p:nvSpPr>
            <p:cNvPr id="124" name="Google Shape;124;p3"/>
            <p:cNvSpPr txBox="1"/>
            <p:nvPr/>
          </p:nvSpPr>
          <p:spPr>
            <a:xfrm>
              <a:off x="1634311" y="147159"/>
              <a:ext cx="7575216" cy="730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9" b="0" i="0" u="none" strike="noStrike" cap="non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Siły Powietrzne</a:t>
              </a: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0" y="0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 extrusionOk="0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26" name="Google Shape;126;p3"/>
            <p:cNvSpPr txBox="1"/>
            <p:nvPr/>
          </p:nvSpPr>
          <p:spPr>
            <a:xfrm>
              <a:off x="351305" y="370892"/>
              <a:ext cx="421625" cy="3494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127" name="Google Shape;127;p3"/>
          <p:cNvGrpSpPr/>
          <p:nvPr/>
        </p:nvGrpSpPr>
        <p:grpSpPr>
          <a:xfrm>
            <a:off x="1143000" y="5829870"/>
            <a:ext cx="6907145" cy="868440"/>
            <a:chOff x="0" y="0"/>
            <a:chExt cx="9209527" cy="1157920"/>
          </a:xfrm>
        </p:grpSpPr>
        <p:sp>
          <p:nvSpPr>
            <p:cNvPr id="128" name="Google Shape;128;p3"/>
            <p:cNvSpPr txBox="1"/>
            <p:nvPr/>
          </p:nvSpPr>
          <p:spPr>
            <a:xfrm>
              <a:off x="1634311" y="147159"/>
              <a:ext cx="7575216" cy="730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9" b="0" i="0" u="none" strike="noStrike" cap="non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Marynarka Wojenna</a:t>
              </a: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0" y="0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 extrusionOk="0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30" name="Google Shape;130;p3"/>
            <p:cNvSpPr txBox="1"/>
            <p:nvPr/>
          </p:nvSpPr>
          <p:spPr>
            <a:xfrm>
              <a:off x="351305" y="370892"/>
              <a:ext cx="421625" cy="3494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131" name="Google Shape;131;p3"/>
          <p:cNvGrpSpPr/>
          <p:nvPr/>
        </p:nvGrpSpPr>
        <p:grpSpPr>
          <a:xfrm>
            <a:off x="1143000" y="7118551"/>
            <a:ext cx="6907145" cy="868440"/>
            <a:chOff x="0" y="0"/>
            <a:chExt cx="9209527" cy="1157920"/>
          </a:xfrm>
        </p:grpSpPr>
        <p:sp>
          <p:nvSpPr>
            <p:cNvPr id="132" name="Google Shape;132;p3"/>
            <p:cNvSpPr txBox="1"/>
            <p:nvPr/>
          </p:nvSpPr>
          <p:spPr>
            <a:xfrm>
              <a:off x="1634311" y="147159"/>
              <a:ext cx="7575216" cy="730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9" b="0" i="0" u="none" strike="noStrike" cap="non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Wojska Obrony Terytorialnej</a:t>
              </a: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0" y="0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 extrusionOk="0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34" name="Google Shape;134;p3"/>
            <p:cNvSpPr txBox="1"/>
            <p:nvPr/>
          </p:nvSpPr>
          <p:spPr>
            <a:xfrm>
              <a:off x="351305" y="370892"/>
              <a:ext cx="421625" cy="3494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135" name="Google Shape;135;p3"/>
          <p:cNvSpPr txBox="1"/>
          <p:nvPr/>
        </p:nvSpPr>
        <p:spPr>
          <a:xfrm>
            <a:off x="1028700" y="1366838"/>
            <a:ext cx="8855714" cy="1247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0" i="0" u="none" strike="noStrike" cap="non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Rodzaje sił zbrojnych</a:t>
            </a:r>
            <a:endParaRPr/>
          </a:p>
        </p:txBody>
      </p:sp>
      <p:pic>
        <p:nvPicPr>
          <p:cNvPr id="136" name="Google Shape;136;p3"/>
          <p:cNvPicPr preferRelativeResize="0"/>
          <p:nvPr/>
        </p:nvPicPr>
        <p:blipFill rotWithShape="1">
          <a:blip r:embed="rId4">
            <a:alphaModFix amt="25000"/>
          </a:blip>
          <a:srcRect/>
          <a:stretch/>
        </p:blipFill>
        <p:spPr>
          <a:xfrm rot="-5400000">
            <a:off x="5238937" y="1625363"/>
            <a:ext cx="7549924" cy="1897159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"/>
          <p:cNvSpPr/>
          <p:nvPr/>
        </p:nvSpPr>
        <p:spPr>
          <a:xfrm>
            <a:off x="9599772" y="2016936"/>
            <a:ext cx="10283270" cy="10283270"/>
          </a:xfrm>
          <a:custGeom>
            <a:avLst/>
            <a:gdLst/>
            <a:ahLst/>
            <a:cxnLst/>
            <a:rect l="l" t="t" r="r" b="b"/>
            <a:pathLst>
              <a:path w="10283270" h="10283270" extrusionOk="0">
                <a:moveTo>
                  <a:pt x="0" y="0"/>
                </a:moveTo>
                <a:lnTo>
                  <a:pt x="10283271" y="0"/>
                </a:lnTo>
                <a:lnTo>
                  <a:pt x="10283271" y="10283270"/>
                </a:lnTo>
                <a:lnTo>
                  <a:pt x="0" y="10283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38" name="Google Shape;138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3" y="8832178"/>
            <a:ext cx="1454825" cy="145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1AEA7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4"/>
          <p:cNvGrpSpPr/>
          <p:nvPr/>
        </p:nvGrpSpPr>
        <p:grpSpPr>
          <a:xfrm>
            <a:off x="1143000" y="3252509"/>
            <a:ext cx="6907145" cy="868440"/>
            <a:chOff x="0" y="0"/>
            <a:chExt cx="9209527" cy="1157920"/>
          </a:xfrm>
        </p:grpSpPr>
        <p:sp>
          <p:nvSpPr>
            <p:cNvPr id="144" name="Google Shape;144;p4"/>
            <p:cNvSpPr/>
            <p:nvPr/>
          </p:nvSpPr>
          <p:spPr>
            <a:xfrm>
              <a:off x="0" y="0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 extrusionOk="0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45" name="Google Shape;145;p4"/>
            <p:cNvSpPr txBox="1"/>
            <p:nvPr/>
          </p:nvSpPr>
          <p:spPr>
            <a:xfrm>
              <a:off x="1634311" y="147159"/>
              <a:ext cx="7575216" cy="730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9" b="0" i="0" u="none" strike="noStrike" cap="non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Zwalczanie terroryzmu</a:t>
              </a:r>
              <a:endParaRPr/>
            </a:p>
          </p:txBody>
        </p:sp>
        <p:sp>
          <p:nvSpPr>
            <p:cNvPr id="146" name="Google Shape;146;p4"/>
            <p:cNvSpPr txBox="1"/>
            <p:nvPr/>
          </p:nvSpPr>
          <p:spPr>
            <a:xfrm>
              <a:off x="351305" y="370892"/>
              <a:ext cx="421625" cy="3494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147" name="Google Shape;147;p4"/>
          <p:cNvGrpSpPr/>
          <p:nvPr/>
        </p:nvGrpSpPr>
        <p:grpSpPr>
          <a:xfrm>
            <a:off x="1143000" y="4541190"/>
            <a:ext cx="6907145" cy="868440"/>
            <a:chOff x="0" y="0"/>
            <a:chExt cx="9209527" cy="1157920"/>
          </a:xfrm>
        </p:grpSpPr>
        <p:sp>
          <p:nvSpPr>
            <p:cNvPr id="148" name="Google Shape;148;p4"/>
            <p:cNvSpPr txBox="1"/>
            <p:nvPr/>
          </p:nvSpPr>
          <p:spPr>
            <a:xfrm>
              <a:off x="1634311" y="147159"/>
              <a:ext cx="7575216" cy="730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9" b="0" i="0" u="none" strike="noStrike" cap="non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Ratowanie zakładników</a:t>
              </a:r>
              <a:endParaRPr/>
            </a:p>
          </p:txBody>
        </p:sp>
        <p:sp>
          <p:nvSpPr>
            <p:cNvPr id="149" name="Google Shape;149;p4"/>
            <p:cNvSpPr/>
            <p:nvPr/>
          </p:nvSpPr>
          <p:spPr>
            <a:xfrm>
              <a:off x="0" y="0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 extrusionOk="0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50" name="Google Shape;150;p4"/>
            <p:cNvSpPr txBox="1"/>
            <p:nvPr/>
          </p:nvSpPr>
          <p:spPr>
            <a:xfrm>
              <a:off x="351305" y="370892"/>
              <a:ext cx="421625" cy="3494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151" name="Google Shape;151;p4"/>
          <p:cNvGrpSpPr/>
          <p:nvPr/>
        </p:nvGrpSpPr>
        <p:grpSpPr>
          <a:xfrm>
            <a:off x="1143000" y="5829870"/>
            <a:ext cx="6907145" cy="868440"/>
            <a:chOff x="0" y="0"/>
            <a:chExt cx="9209527" cy="1157920"/>
          </a:xfrm>
        </p:grpSpPr>
        <p:sp>
          <p:nvSpPr>
            <p:cNvPr id="152" name="Google Shape;152;p4"/>
            <p:cNvSpPr txBox="1"/>
            <p:nvPr/>
          </p:nvSpPr>
          <p:spPr>
            <a:xfrm>
              <a:off x="1634311" y="147159"/>
              <a:ext cx="7575216" cy="730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9" b="0" i="0" u="none" strike="noStrike" cap="non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Rozpoznanie</a:t>
              </a:r>
              <a:endParaRPr/>
            </a:p>
          </p:txBody>
        </p:sp>
        <p:sp>
          <p:nvSpPr>
            <p:cNvPr id="153" name="Google Shape;153;p4"/>
            <p:cNvSpPr/>
            <p:nvPr/>
          </p:nvSpPr>
          <p:spPr>
            <a:xfrm>
              <a:off x="0" y="0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 extrusionOk="0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54" name="Google Shape;154;p4"/>
            <p:cNvSpPr txBox="1"/>
            <p:nvPr/>
          </p:nvSpPr>
          <p:spPr>
            <a:xfrm>
              <a:off x="351305" y="370892"/>
              <a:ext cx="421625" cy="3494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155" name="Google Shape;155;p4"/>
          <p:cNvGrpSpPr/>
          <p:nvPr/>
        </p:nvGrpSpPr>
        <p:grpSpPr>
          <a:xfrm>
            <a:off x="1143000" y="7118551"/>
            <a:ext cx="6907145" cy="868440"/>
            <a:chOff x="0" y="0"/>
            <a:chExt cx="9209527" cy="1157920"/>
          </a:xfrm>
        </p:grpSpPr>
        <p:sp>
          <p:nvSpPr>
            <p:cNvPr id="156" name="Google Shape;156;p4"/>
            <p:cNvSpPr txBox="1"/>
            <p:nvPr/>
          </p:nvSpPr>
          <p:spPr>
            <a:xfrm>
              <a:off x="1634311" y="147159"/>
              <a:ext cx="7575216" cy="730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9" b="0" i="0" u="none" strike="noStrike" cap="non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Ochrona osób</a:t>
              </a:r>
              <a:endParaRPr/>
            </a:p>
          </p:txBody>
        </p:sp>
        <p:sp>
          <p:nvSpPr>
            <p:cNvPr id="157" name="Google Shape;157;p4"/>
            <p:cNvSpPr/>
            <p:nvPr/>
          </p:nvSpPr>
          <p:spPr>
            <a:xfrm>
              <a:off x="0" y="0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 extrusionOk="0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58" name="Google Shape;158;p4"/>
            <p:cNvSpPr txBox="1"/>
            <p:nvPr/>
          </p:nvSpPr>
          <p:spPr>
            <a:xfrm>
              <a:off x="351305" y="370892"/>
              <a:ext cx="421625" cy="3494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159" name="Google Shape;159;p4"/>
          <p:cNvSpPr/>
          <p:nvPr/>
        </p:nvSpPr>
        <p:spPr>
          <a:xfrm>
            <a:off x="7213657" y="5098746"/>
            <a:ext cx="11074343" cy="5188254"/>
          </a:xfrm>
          <a:custGeom>
            <a:avLst/>
            <a:gdLst/>
            <a:ahLst/>
            <a:cxnLst/>
            <a:rect l="l" t="t" r="r" b="b"/>
            <a:pathLst>
              <a:path w="11074343" h="5188254" extrusionOk="0">
                <a:moveTo>
                  <a:pt x="0" y="0"/>
                </a:moveTo>
                <a:lnTo>
                  <a:pt x="11074343" y="0"/>
                </a:lnTo>
                <a:lnTo>
                  <a:pt x="11074343" y="5188254"/>
                </a:lnTo>
                <a:lnTo>
                  <a:pt x="0" y="5188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0" name="Google Shape;160;p4"/>
          <p:cNvSpPr txBox="1"/>
          <p:nvPr/>
        </p:nvSpPr>
        <p:spPr>
          <a:xfrm>
            <a:off x="1028700" y="1366838"/>
            <a:ext cx="9636724" cy="1247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0" i="0" u="none" strike="noStrike" cap="non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Zadania sił specjalnych</a:t>
            </a:r>
            <a:endParaRPr/>
          </a:p>
        </p:txBody>
      </p:sp>
      <p:pic>
        <p:nvPicPr>
          <p:cNvPr id="161" name="Google Shape;161;p4"/>
          <p:cNvPicPr preferRelativeResize="0"/>
          <p:nvPr/>
        </p:nvPicPr>
        <p:blipFill rotWithShape="1">
          <a:blip r:embed="rId5">
            <a:alphaModFix amt="25000"/>
          </a:blip>
          <a:srcRect/>
          <a:stretch/>
        </p:blipFill>
        <p:spPr>
          <a:xfrm rot="-10532666">
            <a:off x="10688004" y="-3742518"/>
            <a:ext cx="11299939" cy="10437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54650" y="7170875"/>
            <a:ext cx="2695601" cy="269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1EA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oogle Shape;167;p5"/>
          <p:cNvGrpSpPr/>
          <p:nvPr/>
        </p:nvGrpSpPr>
        <p:grpSpPr>
          <a:xfrm>
            <a:off x="1143000" y="3252509"/>
            <a:ext cx="6907145" cy="868440"/>
            <a:chOff x="0" y="0"/>
            <a:chExt cx="9209527" cy="1157920"/>
          </a:xfrm>
        </p:grpSpPr>
        <p:sp>
          <p:nvSpPr>
            <p:cNvPr id="168" name="Google Shape;168;p5"/>
            <p:cNvSpPr/>
            <p:nvPr/>
          </p:nvSpPr>
          <p:spPr>
            <a:xfrm>
              <a:off x="0" y="0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 extrusionOk="0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69" name="Google Shape;169;p5"/>
            <p:cNvSpPr txBox="1"/>
            <p:nvPr/>
          </p:nvSpPr>
          <p:spPr>
            <a:xfrm>
              <a:off x="1634311" y="147159"/>
              <a:ext cx="7575216" cy="730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9" b="0" i="0" u="none" strike="noStrike" cap="non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GROM (Polska) 🇵🇱</a:t>
              </a:r>
              <a:endParaRPr/>
            </a:p>
          </p:txBody>
        </p:sp>
        <p:sp>
          <p:nvSpPr>
            <p:cNvPr id="170" name="Google Shape;170;p5"/>
            <p:cNvSpPr txBox="1"/>
            <p:nvPr/>
          </p:nvSpPr>
          <p:spPr>
            <a:xfrm>
              <a:off x="351305" y="370892"/>
              <a:ext cx="421625" cy="3494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171" name="Google Shape;171;p5"/>
          <p:cNvGrpSpPr/>
          <p:nvPr/>
        </p:nvGrpSpPr>
        <p:grpSpPr>
          <a:xfrm>
            <a:off x="1143000" y="4541190"/>
            <a:ext cx="6907145" cy="868440"/>
            <a:chOff x="0" y="0"/>
            <a:chExt cx="9209527" cy="1157920"/>
          </a:xfrm>
        </p:grpSpPr>
        <p:sp>
          <p:nvSpPr>
            <p:cNvPr id="172" name="Google Shape;172;p5"/>
            <p:cNvSpPr txBox="1"/>
            <p:nvPr/>
          </p:nvSpPr>
          <p:spPr>
            <a:xfrm>
              <a:off x="1634311" y="147159"/>
              <a:ext cx="7575216" cy="730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9" b="0" i="0" u="none" strike="noStrike" cap="non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Navy SEALs (USA) 🇺🇸</a:t>
              </a:r>
              <a:endParaRPr/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0" y="0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 extrusionOk="0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74" name="Google Shape;174;p5"/>
            <p:cNvSpPr txBox="1"/>
            <p:nvPr/>
          </p:nvSpPr>
          <p:spPr>
            <a:xfrm>
              <a:off x="351305" y="370892"/>
              <a:ext cx="421625" cy="3494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175" name="Google Shape;175;p5"/>
          <p:cNvGrpSpPr/>
          <p:nvPr/>
        </p:nvGrpSpPr>
        <p:grpSpPr>
          <a:xfrm>
            <a:off x="1143000" y="5829870"/>
            <a:ext cx="6907145" cy="868440"/>
            <a:chOff x="0" y="0"/>
            <a:chExt cx="9209527" cy="1157920"/>
          </a:xfrm>
        </p:grpSpPr>
        <p:sp>
          <p:nvSpPr>
            <p:cNvPr id="176" name="Google Shape;176;p5"/>
            <p:cNvSpPr txBox="1"/>
            <p:nvPr/>
          </p:nvSpPr>
          <p:spPr>
            <a:xfrm>
              <a:off x="1634311" y="147159"/>
              <a:ext cx="7575216" cy="730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9" b="0" i="0" u="none" strike="noStrike" cap="non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SAS (Wielka Brytania) 🇬🇧</a:t>
              </a:r>
              <a:endParaRPr/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0" y="0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 extrusionOk="0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78" name="Google Shape;178;p5"/>
            <p:cNvSpPr txBox="1"/>
            <p:nvPr/>
          </p:nvSpPr>
          <p:spPr>
            <a:xfrm>
              <a:off x="351305" y="370892"/>
              <a:ext cx="421625" cy="3494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179" name="Google Shape;179;p5"/>
          <p:cNvSpPr/>
          <p:nvPr/>
        </p:nvSpPr>
        <p:spPr>
          <a:xfrm>
            <a:off x="12286962" y="6264090"/>
            <a:ext cx="6656464" cy="4022910"/>
          </a:xfrm>
          <a:custGeom>
            <a:avLst/>
            <a:gdLst/>
            <a:ahLst/>
            <a:cxnLst/>
            <a:rect l="l" t="t" r="r" b="b"/>
            <a:pathLst>
              <a:path w="6656464" h="4022910" extrusionOk="0">
                <a:moveTo>
                  <a:pt x="0" y="0"/>
                </a:moveTo>
                <a:lnTo>
                  <a:pt x="6656464" y="0"/>
                </a:lnTo>
                <a:lnTo>
                  <a:pt x="6656464" y="4022910"/>
                </a:lnTo>
                <a:lnTo>
                  <a:pt x="0" y="4022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0" name="Google Shape;180;p5"/>
          <p:cNvSpPr/>
          <p:nvPr/>
        </p:nvSpPr>
        <p:spPr>
          <a:xfrm>
            <a:off x="-2861696" y="6833101"/>
            <a:ext cx="7261076" cy="4850399"/>
          </a:xfrm>
          <a:custGeom>
            <a:avLst/>
            <a:gdLst/>
            <a:ahLst/>
            <a:cxnLst/>
            <a:rect l="l" t="t" r="r" b="b"/>
            <a:pathLst>
              <a:path w="7261076" h="4850399" extrusionOk="0">
                <a:moveTo>
                  <a:pt x="0" y="0"/>
                </a:moveTo>
                <a:lnTo>
                  <a:pt x="7261076" y="0"/>
                </a:lnTo>
                <a:lnTo>
                  <a:pt x="7261076" y="4850398"/>
                </a:lnTo>
                <a:lnTo>
                  <a:pt x="0" y="48503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1" name="Google Shape;181;p5"/>
          <p:cNvSpPr/>
          <p:nvPr/>
        </p:nvSpPr>
        <p:spPr>
          <a:xfrm>
            <a:off x="8565576" y="5143305"/>
            <a:ext cx="3721386" cy="5143695"/>
          </a:xfrm>
          <a:custGeom>
            <a:avLst/>
            <a:gdLst/>
            <a:ahLst/>
            <a:cxnLst/>
            <a:rect l="l" t="t" r="r" b="b"/>
            <a:pathLst>
              <a:path w="3721386" h="5143695" extrusionOk="0">
                <a:moveTo>
                  <a:pt x="0" y="0"/>
                </a:moveTo>
                <a:lnTo>
                  <a:pt x="3721386" y="0"/>
                </a:lnTo>
                <a:lnTo>
                  <a:pt x="3721386" y="5143695"/>
                </a:lnTo>
                <a:lnTo>
                  <a:pt x="0" y="51436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2" name="Google Shape;182;p5"/>
          <p:cNvSpPr txBox="1"/>
          <p:nvPr/>
        </p:nvSpPr>
        <p:spPr>
          <a:xfrm>
            <a:off x="1028700" y="1366838"/>
            <a:ext cx="8454052" cy="1247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0" i="0" u="none" strike="noStrike" cap="non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Przykłady jednostek</a:t>
            </a:r>
            <a:endParaRPr/>
          </a:p>
        </p:txBody>
      </p:sp>
      <p:pic>
        <p:nvPicPr>
          <p:cNvPr id="183" name="Google Shape;183;p5"/>
          <p:cNvPicPr preferRelativeResize="0"/>
          <p:nvPr/>
        </p:nvPicPr>
        <p:blipFill rotWithShape="1">
          <a:blip r:embed="rId7">
            <a:alphaModFix amt="25000"/>
          </a:blip>
          <a:srcRect/>
          <a:stretch/>
        </p:blipFill>
        <p:spPr>
          <a:xfrm rot="4532041">
            <a:off x="10445837" y="-4796294"/>
            <a:ext cx="9840918" cy="10985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51776" y="7762175"/>
            <a:ext cx="2372425" cy="237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ip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AC8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6"/>
          <p:cNvGrpSpPr/>
          <p:nvPr/>
        </p:nvGrpSpPr>
        <p:grpSpPr>
          <a:xfrm>
            <a:off x="1143000" y="3252509"/>
            <a:ext cx="6907145" cy="868440"/>
            <a:chOff x="0" y="0"/>
            <a:chExt cx="9209527" cy="1157920"/>
          </a:xfrm>
        </p:grpSpPr>
        <p:sp>
          <p:nvSpPr>
            <p:cNvPr id="190" name="Google Shape;190;p6"/>
            <p:cNvSpPr/>
            <p:nvPr/>
          </p:nvSpPr>
          <p:spPr>
            <a:xfrm>
              <a:off x="0" y="0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 extrusionOk="0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91" name="Google Shape;191;p6"/>
            <p:cNvSpPr txBox="1"/>
            <p:nvPr/>
          </p:nvSpPr>
          <p:spPr>
            <a:xfrm>
              <a:off x="1634311" y="147159"/>
              <a:ext cx="7575216" cy="730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9" b="0" i="0" u="none" strike="noStrike" cap="non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Bezpieczeństwo państwa</a:t>
              </a:r>
              <a:endParaRPr/>
            </a:p>
          </p:txBody>
        </p:sp>
        <p:sp>
          <p:nvSpPr>
            <p:cNvPr id="192" name="Google Shape;192;p6"/>
            <p:cNvSpPr txBox="1"/>
            <p:nvPr/>
          </p:nvSpPr>
          <p:spPr>
            <a:xfrm>
              <a:off x="351305" y="370892"/>
              <a:ext cx="421625" cy="3494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193" name="Google Shape;193;p6"/>
          <p:cNvGrpSpPr/>
          <p:nvPr/>
        </p:nvGrpSpPr>
        <p:grpSpPr>
          <a:xfrm>
            <a:off x="1143000" y="4541190"/>
            <a:ext cx="6907145" cy="868440"/>
            <a:chOff x="0" y="0"/>
            <a:chExt cx="9209527" cy="1157920"/>
          </a:xfrm>
        </p:grpSpPr>
        <p:sp>
          <p:nvSpPr>
            <p:cNvPr id="194" name="Google Shape;194;p6"/>
            <p:cNvSpPr txBox="1"/>
            <p:nvPr/>
          </p:nvSpPr>
          <p:spPr>
            <a:xfrm>
              <a:off x="1634311" y="147159"/>
              <a:ext cx="7575216" cy="730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9" b="0" i="0" u="none" strike="noStrike" cap="non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Ochrona obywateli</a:t>
              </a:r>
              <a:endParaRPr/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0" y="0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 extrusionOk="0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96" name="Google Shape;196;p6"/>
            <p:cNvSpPr txBox="1"/>
            <p:nvPr/>
          </p:nvSpPr>
          <p:spPr>
            <a:xfrm>
              <a:off x="351305" y="370892"/>
              <a:ext cx="421625" cy="3494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197" name="Google Shape;197;p6"/>
          <p:cNvGrpSpPr/>
          <p:nvPr/>
        </p:nvGrpSpPr>
        <p:grpSpPr>
          <a:xfrm>
            <a:off x="1143000" y="5829870"/>
            <a:ext cx="6907145" cy="868440"/>
            <a:chOff x="0" y="0"/>
            <a:chExt cx="9209527" cy="1157920"/>
          </a:xfrm>
        </p:grpSpPr>
        <p:sp>
          <p:nvSpPr>
            <p:cNvPr id="198" name="Google Shape;198;p6"/>
            <p:cNvSpPr txBox="1"/>
            <p:nvPr/>
          </p:nvSpPr>
          <p:spPr>
            <a:xfrm>
              <a:off x="1634311" y="147159"/>
              <a:ext cx="7575216" cy="730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99" b="0" i="0" u="none" strike="noStrike" cap="non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Stabilność międzynarodowa</a:t>
              </a:r>
              <a:endParaRPr/>
            </a:p>
          </p:txBody>
        </p:sp>
        <p:sp>
          <p:nvSpPr>
            <p:cNvPr id="199" name="Google Shape;199;p6"/>
            <p:cNvSpPr/>
            <p:nvPr/>
          </p:nvSpPr>
          <p:spPr>
            <a:xfrm>
              <a:off x="0" y="0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 extrusionOk="0">
                  <a:moveTo>
                    <a:pt x="0" y="0"/>
                  </a:moveTo>
                  <a:lnTo>
                    <a:pt x="1124235" y="0"/>
                  </a:lnTo>
                  <a:lnTo>
                    <a:pt x="1124235" y="1157920"/>
                  </a:lnTo>
                  <a:lnTo>
                    <a:pt x="0" y="11579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00" name="Google Shape;200;p6"/>
            <p:cNvSpPr txBox="1"/>
            <p:nvPr/>
          </p:nvSpPr>
          <p:spPr>
            <a:xfrm>
              <a:off x="351305" y="370892"/>
              <a:ext cx="4215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rgbClr val="2B2B2B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2300"/>
            </a:p>
          </p:txBody>
        </p:sp>
      </p:grpSp>
      <p:sp>
        <p:nvSpPr>
          <p:cNvPr id="201" name="Google Shape;201;p6"/>
          <p:cNvSpPr txBox="1"/>
          <p:nvPr/>
        </p:nvSpPr>
        <p:spPr>
          <a:xfrm>
            <a:off x="1028700" y="1366838"/>
            <a:ext cx="8520996" cy="1247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0" i="0" u="none" strike="noStrike" cap="non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Dlaczego są ważne?</a:t>
            </a:r>
            <a:endParaRPr/>
          </a:p>
        </p:txBody>
      </p:sp>
      <p:pic>
        <p:nvPicPr>
          <p:cNvPr id="202" name="Google Shape;202;p6"/>
          <p:cNvPicPr preferRelativeResize="0"/>
          <p:nvPr/>
        </p:nvPicPr>
        <p:blipFill rotWithShape="1">
          <a:blip r:embed="rId4">
            <a:alphaModFix amt="25000"/>
          </a:blip>
          <a:srcRect/>
          <a:stretch/>
        </p:blipFill>
        <p:spPr>
          <a:xfrm rot="-1760899">
            <a:off x="11813927" y="4124355"/>
            <a:ext cx="9456935" cy="9726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652400" y="4651400"/>
            <a:ext cx="5635601" cy="563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7"/>
          <p:cNvPicPr preferRelativeResize="0"/>
          <p:nvPr/>
        </p:nvPicPr>
        <p:blipFill rotWithShape="1">
          <a:blip r:embed="rId3">
            <a:alphaModFix amt="25000"/>
          </a:blip>
          <a:srcRect/>
          <a:stretch/>
        </p:blipFill>
        <p:spPr>
          <a:xfrm>
            <a:off x="-1774253" y="-6906946"/>
            <a:ext cx="13761077" cy="1415359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7"/>
          <p:cNvSpPr txBox="1"/>
          <p:nvPr/>
        </p:nvSpPr>
        <p:spPr>
          <a:xfrm>
            <a:off x="2013113" y="2211520"/>
            <a:ext cx="14261774" cy="1627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54" b="0" i="0" u="none" strike="noStrike" cap="non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Dziękujemy za uwagę!</a:t>
            </a:r>
            <a:endParaRPr/>
          </a:p>
        </p:txBody>
      </p:sp>
      <p:pic>
        <p:nvPicPr>
          <p:cNvPr id="210" name="Google Shape;210;p7"/>
          <p:cNvPicPr preferRelativeResize="0"/>
          <p:nvPr/>
        </p:nvPicPr>
        <p:blipFill rotWithShape="1">
          <a:blip r:embed="rId4">
            <a:alphaModFix amt="25000"/>
          </a:blip>
          <a:srcRect/>
          <a:stretch/>
        </p:blipFill>
        <p:spPr>
          <a:xfrm>
            <a:off x="12180538" y="6925009"/>
            <a:ext cx="8674222" cy="7652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7"/>
          <p:cNvPicPr preferRelativeResize="0"/>
          <p:nvPr/>
        </p:nvPicPr>
        <p:blipFill rotWithShape="1">
          <a:blip r:embed="rId5">
            <a:alphaModFix amt="25000"/>
          </a:blip>
          <a:srcRect/>
          <a:stretch/>
        </p:blipFill>
        <p:spPr>
          <a:xfrm>
            <a:off x="14560883" y="-1072027"/>
            <a:ext cx="6293877" cy="5612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7"/>
          <p:cNvPicPr preferRelativeResize="0"/>
          <p:nvPr/>
        </p:nvPicPr>
        <p:blipFill rotWithShape="1">
          <a:blip r:embed="rId6">
            <a:alphaModFix amt="25000"/>
          </a:blip>
          <a:srcRect/>
          <a:stretch/>
        </p:blipFill>
        <p:spPr>
          <a:xfrm rot="-4964704">
            <a:off x="-1647949" y="5332860"/>
            <a:ext cx="6335313" cy="707679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7"/>
          <p:cNvSpPr/>
          <p:nvPr/>
        </p:nvSpPr>
        <p:spPr>
          <a:xfrm>
            <a:off x="14801341" y="6152641"/>
            <a:ext cx="3791459" cy="3791459"/>
          </a:xfrm>
          <a:custGeom>
            <a:avLst/>
            <a:gdLst/>
            <a:ahLst/>
            <a:cxnLst/>
            <a:rect l="l" t="t" r="r" b="b"/>
            <a:pathLst>
              <a:path w="3791459" h="3791459" extrusionOk="0">
                <a:moveTo>
                  <a:pt x="0" y="0"/>
                </a:moveTo>
                <a:lnTo>
                  <a:pt x="3791458" y="0"/>
                </a:lnTo>
                <a:lnTo>
                  <a:pt x="3791458" y="3791458"/>
                </a:lnTo>
                <a:lnTo>
                  <a:pt x="0" y="37914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14" name="Google Shape;214;p7"/>
          <p:cNvSpPr txBox="1"/>
          <p:nvPr/>
        </p:nvSpPr>
        <p:spPr>
          <a:xfrm>
            <a:off x="13191183" y="9675740"/>
            <a:ext cx="5294035" cy="51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 b="0" i="0" u="none" strike="noStrike" cap="none" dirty="0" err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proszę</a:t>
            </a:r>
            <a:r>
              <a:rPr lang="en-US" sz="2999" b="0" i="0" u="none" strike="noStrike" cap="none" dirty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999" b="0" i="0" u="none" strike="noStrike" cap="none" dirty="0" err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pana</a:t>
            </a:r>
            <a:r>
              <a:rPr lang="en-US" sz="2999" b="0" i="0" u="none" strike="noStrike" cap="none" dirty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co </a:t>
            </a:r>
            <a:r>
              <a:rPr lang="en-US" sz="2999" b="0" i="0" u="none" strike="noStrike" cap="none" dirty="0" err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dostaniemy</a:t>
            </a:r>
            <a:endParaRPr sz="2999" b="0" i="0" u="none" strike="noStrike" cap="none" dirty="0">
              <a:solidFill>
                <a:srgbClr val="2B2B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214;p7">
            <a:extLst>
              <a:ext uri="{FF2B5EF4-FFF2-40B4-BE49-F238E27FC236}">
                <a16:creationId xmlns:a16="http://schemas.microsoft.com/office/drawing/2014/main" id="{EB4F7097-5CAC-6D01-A078-C4E4CCA9C917}"/>
              </a:ext>
            </a:extLst>
          </p:cNvPr>
          <p:cNvSpPr txBox="1"/>
          <p:nvPr/>
        </p:nvSpPr>
        <p:spPr>
          <a:xfrm>
            <a:off x="245517" y="7604204"/>
            <a:ext cx="5216265" cy="646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 b="0" i="0" u="none" strike="noStrike" cap="none" dirty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Mateusz Wojtaszek: </a:t>
            </a:r>
            <a:r>
              <a:rPr lang="en-US" sz="2999" b="0" i="0" u="none" strike="noStrike" cap="none" dirty="0" err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dekoracje</a:t>
            </a:r>
            <a:endParaRPr sz="2999" b="0" i="0" u="none" strike="noStrike" cap="none" dirty="0">
              <a:solidFill>
                <a:srgbClr val="2B2B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214;p7">
            <a:extLst>
              <a:ext uri="{FF2B5EF4-FFF2-40B4-BE49-F238E27FC236}">
                <a16:creationId xmlns:a16="http://schemas.microsoft.com/office/drawing/2014/main" id="{65B07513-1E6E-8EDC-2BB5-7A012F5288D2}"/>
              </a:ext>
            </a:extLst>
          </p:cNvPr>
          <p:cNvSpPr txBox="1"/>
          <p:nvPr/>
        </p:nvSpPr>
        <p:spPr>
          <a:xfrm>
            <a:off x="241638" y="8225118"/>
            <a:ext cx="7356808" cy="646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 b="0" i="0" u="none" strike="noStrike" cap="none" dirty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Andrzej Ivaniuk: </a:t>
            </a:r>
            <a:r>
              <a:rPr lang="en-US" sz="2999" b="0" i="0" u="none" strike="noStrike" cap="none" dirty="0" err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treść</a:t>
            </a:r>
            <a:r>
              <a:rPr lang="en-US" sz="2999" b="0" i="0" u="none" strike="noStrike" cap="none" dirty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999" b="0" i="0" u="none" strike="noStrike" cap="none" dirty="0" err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wgl</a:t>
            </a:r>
            <a:r>
              <a:rPr lang="en-US" sz="2999" dirty="0">
                <a:solidFill>
                  <a:srgbClr val="2B2B2B"/>
                </a:solidFill>
              </a:rPr>
              <a:t> </a:t>
            </a:r>
            <a:r>
              <a:rPr lang="en-US" sz="2999" b="0" i="0" u="none" strike="noStrike" cap="none" dirty="0" err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cała</a:t>
            </a:r>
            <a:r>
              <a:rPr lang="en-US" sz="2999" b="0" i="0" u="none" strike="noStrike" cap="none" dirty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999" b="0" i="0" u="none" strike="noStrike" cap="none" dirty="0" err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prezentacja</a:t>
            </a:r>
            <a:endParaRPr sz="2999" b="0" i="0" u="none" strike="noStrike" cap="none" dirty="0">
              <a:solidFill>
                <a:srgbClr val="2B2B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214;p7">
            <a:extLst>
              <a:ext uri="{FF2B5EF4-FFF2-40B4-BE49-F238E27FC236}">
                <a16:creationId xmlns:a16="http://schemas.microsoft.com/office/drawing/2014/main" id="{B780BD4E-E535-E361-0638-6F158EDA84CB}"/>
              </a:ext>
            </a:extLst>
          </p:cNvPr>
          <p:cNvSpPr txBox="1"/>
          <p:nvPr/>
        </p:nvSpPr>
        <p:spPr>
          <a:xfrm>
            <a:off x="227588" y="8871257"/>
            <a:ext cx="4272694" cy="646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 dirty="0">
                <a:solidFill>
                  <a:srgbClr val="2B2B2B"/>
                </a:solidFill>
              </a:rPr>
              <a:t>Kamil </a:t>
            </a:r>
            <a:r>
              <a:rPr lang="en-US" sz="2999" dirty="0" err="1">
                <a:solidFill>
                  <a:srgbClr val="2B2B2B"/>
                </a:solidFill>
              </a:rPr>
              <a:t>Majkowicz</a:t>
            </a:r>
            <a:r>
              <a:rPr lang="en-US" sz="2999" b="0" i="0" u="none" strike="noStrike" cap="none" dirty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999" b="0" i="0" u="none" strike="noStrike" cap="none" dirty="0" err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zdjęcia</a:t>
            </a:r>
            <a:endParaRPr sz="2999" b="0" i="0" u="none" strike="noStrike" cap="none" dirty="0">
              <a:solidFill>
                <a:srgbClr val="2B2B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214;p7">
            <a:extLst>
              <a:ext uri="{FF2B5EF4-FFF2-40B4-BE49-F238E27FC236}">
                <a16:creationId xmlns:a16="http://schemas.microsoft.com/office/drawing/2014/main" id="{A31E76AE-10C7-17E9-B53F-51EE9766DA45}"/>
              </a:ext>
            </a:extLst>
          </p:cNvPr>
          <p:cNvSpPr txBox="1"/>
          <p:nvPr/>
        </p:nvSpPr>
        <p:spPr>
          <a:xfrm>
            <a:off x="155871" y="9489048"/>
            <a:ext cx="5202215" cy="646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 dirty="0">
                <a:solidFill>
                  <a:srgbClr val="2B2B2B"/>
                </a:solidFill>
              </a:rPr>
              <a:t>Aleksander </a:t>
            </a:r>
            <a:r>
              <a:rPr lang="en-US" sz="2999" dirty="0" err="1">
                <a:solidFill>
                  <a:srgbClr val="2B2B2B"/>
                </a:solidFill>
              </a:rPr>
              <a:t>Kubuszek</a:t>
            </a:r>
            <a:r>
              <a:rPr lang="en-US" sz="2999" b="0" i="0" u="none" strike="noStrike" cap="none" dirty="0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999" b="0" i="0" u="none" strike="noStrike" cap="none" dirty="0" err="1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emotki</a:t>
            </a:r>
            <a:endParaRPr sz="2999" b="0" i="0" u="none" strike="noStrike" cap="none" dirty="0">
              <a:solidFill>
                <a:srgbClr val="2B2B2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</Words>
  <Application>Microsoft Macintosh PowerPoint</Application>
  <PresentationFormat>Niestandardowy</PresentationFormat>
  <Paragraphs>49</Paragraphs>
  <Slides>7</Slides>
  <Notes>7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Andrzej Ivaniuk</cp:lastModifiedBy>
  <cp:revision>1</cp:revision>
  <dcterms:created xsi:type="dcterms:W3CDTF">2006-08-16T00:00:00Z</dcterms:created>
  <dcterms:modified xsi:type="dcterms:W3CDTF">2026-01-22T21:23:59Z</dcterms:modified>
</cp:coreProperties>
</file>